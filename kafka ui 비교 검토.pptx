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4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68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78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25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8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8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66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21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7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46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69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CD491-F7DA-4174-8E5C-9FDD6A158034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25612-0D81-48D9-9FE2-51138DD2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08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5" y="69501"/>
            <a:ext cx="7360028" cy="678849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821906" y="885824"/>
            <a:ext cx="735808" cy="7021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468583" y="185734"/>
            <a:ext cx="4618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 UI for Apache Kafka</a:t>
            </a:r>
          </a:p>
          <a:p>
            <a:r>
              <a:rPr lang="en-US" altLang="ko-KR" dirty="0" smtClean="0"/>
              <a:t>   .  </a:t>
            </a:r>
            <a:r>
              <a:rPr lang="ko-KR" altLang="en-US" dirty="0" smtClean="0"/>
              <a:t>오픈소스로 가장 범용적으로 사용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Confluent CC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. </a:t>
            </a:r>
            <a:r>
              <a:rPr lang="ko-KR" altLang="en-US" dirty="0" smtClean="0"/>
              <a:t>개발자 라이선스만 사용 가능</a:t>
            </a:r>
            <a:r>
              <a:rPr lang="en-US" altLang="ko-KR" dirty="0" smtClean="0"/>
              <a:t>,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로컬 테스트</a:t>
            </a:r>
            <a:r>
              <a:rPr lang="en-US" altLang="ko-KR" dirty="0" smtClean="0"/>
              <a:t>/ </a:t>
            </a:r>
            <a:r>
              <a:rPr lang="ko-KR" altLang="en-US" dirty="0" smtClean="0"/>
              <a:t>기능 검증용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1</a:t>
            </a:r>
            <a:r>
              <a:rPr lang="ko-KR" altLang="en-US" dirty="0" smtClean="0"/>
              <a:t>개의 브로커만 사용 가능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Conduktor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. Community (</a:t>
            </a:r>
            <a:r>
              <a:rPr lang="ko-KR" altLang="en-US" dirty="0" smtClean="0"/>
              <a:t>무료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. </a:t>
            </a:r>
            <a:r>
              <a:rPr lang="en-US" altLang="ko-KR" dirty="0" smtClean="0">
                <a:solidFill>
                  <a:srgbClr val="FF0000"/>
                </a:solidFill>
              </a:rPr>
              <a:t>SSL/TLS </a:t>
            </a:r>
            <a:r>
              <a:rPr lang="ko-KR" altLang="en-US" dirty="0" smtClean="0">
                <a:solidFill>
                  <a:srgbClr val="FF0000"/>
                </a:solidFill>
              </a:rPr>
              <a:t>암호화가 적용된 클러스터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 </a:t>
            </a:r>
            <a:r>
              <a:rPr lang="ko-KR" altLang="en-US" dirty="0" smtClean="0">
                <a:solidFill>
                  <a:srgbClr val="FF0000"/>
                </a:solidFill>
              </a:rPr>
              <a:t>연동이 제한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결정적 제외 사유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4313" y="3061952"/>
            <a:ext cx="1600200" cy="2631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23833" y="3871581"/>
            <a:ext cx="1600200" cy="5503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11922" y="1895127"/>
            <a:ext cx="1600200" cy="2765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14299" y="2718226"/>
            <a:ext cx="1600200" cy="2845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29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– Dashboard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8" y="1175460"/>
            <a:ext cx="11964015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8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140"/>
            <a:ext cx="447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– cluster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94" y="807244"/>
            <a:ext cx="8001411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4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28588"/>
            <a:ext cx="558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- Broker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23" y="765905"/>
            <a:ext cx="10027165" cy="24258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23" y="3788327"/>
            <a:ext cx="8992062" cy="261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28588"/>
            <a:ext cx="506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- Topic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17" y="784967"/>
            <a:ext cx="10027165" cy="1987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7" y="3225723"/>
            <a:ext cx="9703299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0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28588"/>
            <a:ext cx="579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- Topics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2" y="703975"/>
            <a:ext cx="10020815" cy="31497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23" y="3938487"/>
            <a:ext cx="10001764" cy="26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9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- Topic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20" y="1589784"/>
            <a:ext cx="6769448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8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UI for apache Kafka - Consumer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9" y="2016847"/>
            <a:ext cx="8407832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Confluent CC - Overview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29" y="1063503"/>
            <a:ext cx="9569942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2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Confluent CC – broker overview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43" y="1101605"/>
            <a:ext cx="10008114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Confluent CC – Topic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54" y="568782"/>
            <a:ext cx="10027165" cy="30545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6" y="3947375"/>
            <a:ext cx="10160522" cy="270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8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588"/>
            <a:ext cx="479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Confluent CC – Topic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338" y="1364446"/>
            <a:ext cx="4978656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135</Words>
  <Application>Microsoft Office PowerPoint</Application>
  <PresentationFormat>와이드스크린</PresentationFormat>
  <Paragraphs>23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김성태</dc:creator>
  <cp:lastModifiedBy>김성태</cp:lastModifiedBy>
  <cp:revision>7</cp:revision>
  <dcterms:created xsi:type="dcterms:W3CDTF">2026-09-13T03:52:08Z</dcterms:created>
  <dcterms:modified xsi:type="dcterms:W3CDTF">2026-09-13T04:45:28Z</dcterms:modified>
</cp:coreProperties>
</file>