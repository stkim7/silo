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9" r:id="rId3"/>
    <p:sldId id="264" r:id="rId4"/>
    <p:sldId id="260" r:id="rId5"/>
    <p:sldId id="261" r:id="rId6"/>
    <p:sldId id="262" r:id="rId7"/>
    <p:sldId id="263" r:id="rId8"/>
    <p:sldId id="265" r:id="rId9"/>
    <p:sldId id="266" r:id="rId10"/>
    <p:sldId id="267" r:id="rId11"/>
    <p:sldId id="268" r:id="rId12"/>
    <p:sldId id="269" r:id="rId13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7851" autoAdjust="0"/>
    <p:restoredTop sz="94660"/>
  </p:normalViewPr>
  <p:slideViewPr>
    <p:cSldViewPr snapToGrid="0">
      <p:cViewPr varScale="1">
        <p:scale>
          <a:sx n="113" d="100"/>
          <a:sy n="113" d="100"/>
        </p:scale>
        <p:origin x="336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 smtClean="0"/>
              <a:t>클릭하여 마스터 부제목 스타일 편집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ACD491-F7DA-4174-8E5C-9FDD6A158034}" type="datetimeFigureOut">
              <a:rPr lang="ko-KR" altLang="en-US" smtClean="0"/>
              <a:t>2026-09-13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F25612-0D81-48D9-9FE2-51138DD2045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7768287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ACD491-F7DA-4174-8E5C-9FDD6A158034}" type="datetimeFigureOut">
              <a:rPr lang="ko-KR" altLang="en-US" smtClean="0"/>
              <a:t>2026-09-13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F25612-0D81-48D9-9FE2-51138DD2045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297804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ACD491-F7DA-4174-8E5C-9FDD6A158034}" type="datetimeFigureOut">
              <a:rPr lang="ko-KR" altLang="en-US" smtClean="0"/>
              <a:t>2026-09-13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F25612-0D81-48D9-9FE2-51138DD2045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6625025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ACD491-F7DA-4174-8E5C-9FDD6A158034}" type="datetimeFigureOut">
              <a:rPr lang="ko-KR" altLang="en-US" smtClean="0"/>
              <a:t>2026-09-13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F25612-0D81-48D9-9FE2-51138DD2045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7808092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ACD491-F7DA-4174-8E5C-9FDD6A158034}" type="datetimeFigureOut">
              <a:rPr lang="ko-KR" altLang="en-US" smtClean="0"/>
              <a:t>2026-09-13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F25612-0D81-48D9-9FE2-51138DD2045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637094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ACD491-F7DA-4174-8E5C-9FDD6A158034}" type="datetimeFigureOut">
              <a:rPr lang="ko-KR" altLang="en-US" smtClean="0"/>
              <a:t>2026-09-13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F25612-0D81-48D9-9FE2-51138DD2045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558097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ACD491-F7DA-4174-8E5C-9FDD6A158034}" type="datetimeFigureOut">
              <a:rPr lang="ko-KR" altLang="en-US" smtClean="0"/>
              <a:t>2026-09-13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F25612-0D81-48D9-9FE2-51138DD2045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446675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ACD491-F7DA-4174-8E5C-9FDD6A158034}" type="datetimeFigureOut">
              <a:rPr lang="ko-KR" altLang="en-US" smtClean="0"/>
              <a:t>2026-09-13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F25612-0D81-48D9-9FE2-51138DD2045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3721983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ACD491-F7DA-4174-8E5C-9FDD6A158034}" type="datetimeFigureOut">
              <a:rPr lang="ko-KR" altLang="en-US" smtClean="0"/>
              <a:t>2026-09-13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F25612-0D81-48D9-9FE2-51138DD2045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2897879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ACD491-F7DA-4174-8E5C-9FDD6A158034}" type="datetimeFigureOut">
              <a:rPr lang="ko-KR" altLang="en-US" smtClean="0"/>
              <a:t>2026-09-13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F25612-0D81-48D9-9FE2-51138DD2045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814635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ACD491-F7DA-4174-8E5C-9FDD6A158034}" type="datetimeFigureOut">
              <a:rPr lang="ko-KR" altLang="en-US" smtClean="0"/>
              <a:t>2026-09-13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F25612-0D81-48D9-9FE2-51138DD2045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326990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5ACD491-F7DA-4174-8E5C-9FDD6A158034}" type="datetimeFigureOut">
              <a:rPr lang="ko-KR" altLang="en-US" smtClean="0"/>
              <a:t>2026-09-13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5F25612-0D81-48D9-9FE2-51138DD2045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020899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555" y="69501"/>
            <a:ext cx="7360028" cy="6788499"/>
          </a:xfrm>
          <a:prstGeom prst="rect">
            <a:avLst/>
          </a:prstGeom>
        </p:spPr>
      </p:pic>
      <p:sp>
        <p:nvSpPr>
          <p:cNvPr id="5" name="직사각형 4"/>
          <p:cNvSpPr/>
          <p:nvPr/>
        </p:nvSpPr>
        <p:spPr>
          <a:xfrm>
            <a:off x="3855156" y="885824"/>
            <a:ext cx="702558" cy="702129"/>
          </a:xfrm>
          <a:prstGeom prst="rect">
            <a:avLst/>
          </a:prstGeom>
          <a:noFill/>
          <a:ln w="254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/>
          <p:cNvSpPr txBox="1"/>
          <p:nvPr/>
        </p:nvSpPr>
        <p:spPr>
          <a:xfrm>
            <a:off x="7468583" y="185734"/>
            <a:ext cx="4618642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 smtClean="0"/>
              <a:t>-  UI for Apache Kafka</a:t>
            </a:r>
          </a:p>
          <a:p>
            <a:r>
              <a:rPr lang="en-US" altLang="ko-KR" dirty="0" smtClean="0"/>
              <a:t>   .  </a:t>
            </a:r>
            <a:r>
              <a:rPr lang="ko-KR" altLang="en-US" dirty="0" smtClean="0"/>
              <a:t>오픈소스로 가장 범용적으로 사용</a:t>
            </a:r>
            <a:endParaRPr lang="en-US" altLang="ko-KR" dirty="0" smtClean="0"/>
          </a:p>
          <a:p>
            <a:endParaRPr lang="en-US" altLang="ko-KR" dirty="0"/>
          </a:p>
          <a:p>
            <a:pPr marL="285750" indent="-285750">
              <a:buFontTx/>
              <a:buChar char="-"/>
            </a:pPr>
            <a:r>
              <a:rPr lang="en-US" altLang="ko-KR" dirty="0" smtClean="0"/>
              <a:t>Confluent CC</a:t>
            </a:r>
          </a:p>
          <a:p>
            <a:r>
              <a:rPr lang="en-US" altLang="ko-KR" dirty="0"/>
              <a:t> </a:t>
            </a:r>
            <a:r>
              <a:rPr lang="en-US" altLang="ko-KR" dirty="0" smtClean="0"/>
              <a:t>  . </a:t>
            </a:r>
            <a:r>
              <a:rPr lang="ko-KR" altLang="en-US" dirty="0" smtClean="0"/>
              <a:t>개발자 라이선스만 사용 가능</a:t>
            </a:r>
            <a:r>
              <a:rPr lang="en-US" altLang="ko-KR" dirty="0" smtClean="0"/>
              <a:t>, </a:t>
            </a:r>
          </a:p>
          <a:p>
            <a:r>
              <a:rPr lang="en-US" altLang="ko-KR" dirty="0"/>
              <a:t> </a:t>
            </a:r>
            <a:r>
              <a:rPr lang="en-US" altLang="ko-KR" dirty="0" smtClean="0"/>
              <a:t>    </a:t>
            </a:r>
            <a:r>
              <a:rPr lang="ko-KR" altLang="en-US" dirty="0" smtClean="0"/>
              <a:t>로컬 테스트</a:t>
            </a:r>
            <a:r>
              <a:rPr lang="en-US" altLang="ko-KR" dirty="0" smtClean="0"/>
              <a:t>/ </a:t>
            </a:r>
            <a:r>
              <a:rPr lang="ko-KR" altLang="en-US" dirty="0" smtClean="0"/>
              <a:t>기능 검증용</a:t>
            </a:r>
            <a:endParaRPr lang="en-US" altLang="ko-KR" dirty="0" smtClean="0"/>
          </a:p>
          <a:p>
            <a:r>
              <a:rPr lang="en-US" altLang="ko-KR" dirty="0"/>
              <a:t> </a:t>
            </a:r>
            <a:r>
              <a:rPr lang="en-US" altLang="ko-KR" dirty="0" smtClean="0"/>
              <a:t>    1</a:t>
            </a:r>
            <a:r>
              <a:rPr lang="ko-KR" altLang="en-US" dirty="0" smtClean="0"/>
              <a:t>개의 브로커만 사용 가능</a:t>
            </a:r>
            <a:endParaRPr lang="en-US" altLang="ko-KR" dirty="0" smtClean="0"/>
          </a:p>
          <a:p>
            <a:endParaRPr lang="en-US" altLang="ko-KR" dirty="0"/>
          </a:p>
          <a:p>
            <a:pPr marL="285750" indent="-285750">
              <a:buFontTx/>
              <a:buChar char="-"/>
            </a:pPr>
            <a:r>
              <a:rPr lang="en-US" altLang="ko-KR" dirty="0" smtClean="0"/>
              <a:t>Conduktor</a:t>
            </a:r>
          </a:p>
          <a:p>
            <a:r>
              <a:rPr lang="en-US" altLang="ko-KR" dirty="0"/>
              <a:t> </a:t>
            </a:r>
            <a:r>
              <a:rPr lang="en-US" altLang="ko-KR" dirty="0" smtClean="0"/>
              <a:t>   . Community (</a:t>
            </a:r>
            <a:r>
              <a:rPr lang="ko-KR" altLang="en-US" dirty="0" smtClean="0"/>
              <a:t>무료</a:t>
            </a:r>
            <a:r>
              <a:rPr lang="en-US" altLang="ko-KR" dirty="0" smtClean="0"/>
              <a:t>)</a:t>
            </a:r>
          </a:p>
          <a:p>
            <a:r>
              <a:rPr lang="en-US" altLang="ko-KR" dirty="0"/>
              <a:t> </a:t>
            </a:r>
            <a:r>
              <a:rPr lang="en-US" altLang="ko-KR" dirty="0" smtClean="0"/>
              <a:t>   . </a:t>
            </a:r>
            <a:r>
              <a:rPr lang="en-US" altLang="ko-KR" dirty="0" smtClean="0">
                <a:solidFill>
                  <a:srgbClr val="FF0000"/>
                </a:solidFill>
              </a:rPr>
              <a:t>SSL/TLS </a:t>
            </a:r>
            <a:r>
              <a:rPr lang="ko-KR" altLang="en-US" dirty="0" smtClean="0">
                <a:solidFill>
                  <a:srgbClr val="FF0000"/>
                </a:solidFill>
              </a:rPr>
              <a:t>암호화가 적용된 클러스터 </a:t>
            </a:r>
            <a:endParaRPr lang="en-US" altLang="ko-KR" dirty="0" smtClean="0">
              <a:solidFill>
                <a:srgbClr val="FF0000"/>
              </a:solidFill>
            </a:endParaRPr>
          </a:p>
          <a:p>
            <a:r>
              <a:rPr lang="en-US" altLang="ko-KR" dirty="0">
                <a:solidFill>
                  <a:srgbClr val="FF0000"/>
                </a:solidFill>
              </a:rPr>
              <a:t> </a:t>
            </a:r>
            <a:r>
              <a:rPr lang="en-US" altLang="ko-KR" dirty="0" smtClean="0">
                <a:solidFill>
                  <a:srgbClr val="FF0000"/>
                </a:solidFill>
              </a:rPr>
              <a:t>     </a:t>
            </a:r>
            <a:r>
              <a:rPr lang="ko-KR" altLang="en-US" dirty="0" smtClean="0">
                <a:solidFill>
                  <a:srgbClr val="FF0000"/>
                </a:solidFill>
              </a:rPr>
              <a:t>연동이 제한 </a:t>
            </a:r>
            <a:r>
              <a:rPr lang="en-US" altLang="ko-KR" dirty="0" smtClean="0">
                <a:solidFill>
                  <a:srgbClr val="FF0000"/>
                </a:solidFill>
              </a:rPr>
              <a:t>(</a:t>
            </a:r>
            <a:r>
              <a:rPr lang="ko-KR" altLang="en-US" dirty="0" smtClean="0">
                <a:solidFill>
                  <a:srgbClr val="FF0000"/>
                </a:solidFill>
              </a:rPr>
              <a:t>결정적 제외 사유</a:t>
            </a:r>
            <a:r>
              <a:rPr lang="en-US" altLang="ko-KR" dirty="0" smtClean="0">
                <a:solidFill>
                  <a:srgbClr val="FF0000"/>
                </a:solidFill>
              </a:rPr>
              <a:t>)</a:t>
            </a:r>
            <a:endParaRPr lang="ko-KR" altLang="en-US" dirty="0">
              <a:solidFill>
                <a:srgbClr val="FF0000"/>
              </a:solidFill>
            </a:endParaRPr>
          </a:p>
        </p:txBody>
      </p:sp>
      <p:sp>
        <p:nvSpPr>
          <p:cNvPr id="10" name="직사각형 9"/>
          <p:cNvSpPr/>
          <p:nvPr/>
        </p:nvSpPr>
        <p:spPr>
          <a:xfrm>
            <a:off x="211922" y="3093157"/>
            <a:ext cx="1612111" cy="1328824"/>
          </a:xfrm>
          <a:prstGeom prst="rect">
            <a:avLst/>
          </a:prstGeom>
          <a:noFill/>
          <a:ln w="254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직사각형 10"/>
          <p:cNvSpPr/>
          <p:nvPr/>
        </p:nvSpPr>
        <p:spPr>
          <a:xfrm>
            <a:off x="211922" y="1895127"/>
            <a:ext cx="1600200" cy="276574"/>
          </a:xfrm>
          <a:prstGeom prst="rect">
            <a:avLst/>
          </a:prstGeom>
          <a:noFill/>
          <a:ln w="254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직사각형 11"/>
          <p:cNvSpPr/>
          <p:nvPr/>
        </p:nvSpPr>
        <p:spPr>
          <a:xfrm>
            <a:off x="214299" y="2718226"/>
            <a:ext cx="1600200" cy="284533"/>
          </a:xfrm>
          <a:prstGeom prst="rect">
            <a:avLst/>
          </a:prstGeom>
          <a:noFill/>
          <a:ln w="254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직사각형 12"/>
          <p:cNvSpPr/>
          <p:nvPr/>
        </p:nvSpPr>
        <p:spPr>
          <a:xfrm>
            <a:off x="5937956" y="885824"/>
            <a:ext cx="1433688" cy="702129"/>
          </a:xfrm>
          <a:prstGeom prst="rect">
            <a:avLst/>
          </a:prstGeom>
          <a:noFill/>
          <a:ln w="254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413282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0" y="128588"/>
            <a:ext cx="42933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 smtClean="0"/>
              <a:t>1. UI for apache Kafka – Dashboard</a:t>
            </a:r>
            <a:endParaRPr lang="ko-KR" altLang="en-US" dirty="0"/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3998" y="1175460"/>
            <a:ext cx="11964015" cy="32640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528451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0" y="7140"/>
            <a:ext cx="44719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 smtClean="0"/>
              <a:t>1. UI for apache Kafka – cluster </a:t>
            </a:r>
            <a:r>
              <a:rPr lang="ko-KR" altLang="en-US" dirty="0" smtClean="0"/>
              <a:t>추가</a:t>
            </a:r>
            <a:endParaRPr lang="ko-KR" altLang="en-US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95294" y="807244"/>
            <a:ext cx="8001411" cy="55149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764748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-1" y="128588"/>
            <a:ext cx="55864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 smtClean="0"/>
              <a:t>1. UI for apache Kafka - Broker</a:t>
            </a:r>
            <a:endParaRPr lang="ko-KR" altLang="en-US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3823" y="765905"/>
            <a:ext cx="10027165" cy="2425825"/>
          </a:xfrm>
          <a:prstGeom prst="rect">
            <a:avLst/>
          </a:prstGeom>
        </p:spPr>
      </p:pic>
      <p:pic>
        <p:nvPicPr>
          <p:cNvPr id="4" name="그림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3823" y="3788327"/>
            <a:ext cx="8992062" cy="26109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609938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-1" y="128588"/>
            <a:ext cx="50649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 smtClean="0"/>
              <a:t>1. UI for apache Kafka - Topic</a:t>
            </a:r>
            <a:endParaRPr lang="ko-KR" altLang="en-US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5217" y="784967"/>
            <a:ext cx="10027165" cy="1987652"/>
          </a:xfrm>
          <a:prstGeom prst="rect">
            <a:avLst/>
          </a:prstGeom>
        </p:spPr>
      </p:pic>
      <p:pic>
        <p:nvPicPr>
          <p:cNvPr id="4" name="그림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5217" y="3225723"/>
            <a:ext cx="9703299" cy="29783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9630129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-1" y="128588"/>
            <a:ext cx="579358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 smtClean="0"/>
              <a:t>1. UI for apache Kafka - Topics</a:t>
            </a:r>
            <a:endParaRPr lang="ko-KR" altLang="en-US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3172" y="703975"/>
            <a:ext cx="10020815" cy="3149762"/>
          </a:xfrm>
          <a:prstGeom prst="rect">
            <a:avLst/>
          </a:prstGeom>
        </p:spPr>
      </p:pic>
      <p:pic>
        <p:nvPicPr>
          <p:cNvPr id="4" name="그림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223" y="3938487"/>
            <a:ext cx="10001764" cy="264805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351867" y="2686756"/>
            <a:ext cx="25174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 smtClean="0">
                <a:solidFill>
                  <a:srgbClr val="FF0000"/>
                </a:solidFill>
              </a:rPr>
              <a:t>Timezone utc+9 </a:t>
            </a:r>
            <a:r>
              <a:rPr lang="ko-KR" altLang="en-US" dirty="0" smtClean="0">
                <a:solidFill>
                  <a:srgbClr val="FF0000"/>
                </a:solidFill>
              </a:rPr>
              <a:t>로 변경 작업해야 함</a:t>
            </a:r>
            <a:endParaRPr lang="ko-KR" altLang="en-US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7649034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0" y="128588"/>
            <a:ext cx="47934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 smtClean="0"/>
              <a:t>1. UI for apache Kafka - Topic</a:t>
            </a:r>
            <a:endParaRPr lang="ko-KR" altLang="en-US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61220" y="1589784"/>
            <a:ext cx="6769448" cy="37784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058581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0" y="128588"/>
            <a:ext cx="47934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 smtClean="0"/>
              <a:t>1. UI for apache Kafka - Consumer</a:t>
            </a:r>
            <a:endParaRPr lang="ko-KR" altLang="en-US" dirty="0"/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9209" y="2016847"/>
            <a:ext cx="8407832" cy="27814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23541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0" y="128588"/>
            <a:ext cx="47934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2</a:t>
            </a:r>
            <a:r>
              <a:rPr lang="en-US" altLang="ko-KR" dirty="0" smtClean="0"/>
              <a:t>. Confluent CC - Overview</a:t>
            </a:r>
            <a:endParaRPr lang="ko-KR" altLang="en-US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1029" y="1063503"/>
            <a:ext cx="9569942" cy="47309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6372519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0" y="128588"/>
            <a:ext cx="47934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2</a:t>
            </a:r>
            <a:r>
              <a:rPr lang="en-US" altLang="ko-KR" dirty="0" smtClean="0"/>
              <a:t>. Confluent CC – broker overview</a:t>
            </a:r>
            <a:endParaRPr lang="ko-KR" altLang="en-US" dirty="0"/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1943" y="1101605"/>
            <a:ext cx="10008114" cy="46547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167028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0" y="128588"/>
            <a:ext cx="47934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2</a:t>
            </a:r>
            <a:r>
              <a:rPr lang="en-US" altLang="ko-KR" dirty="0" smtClean="0"/>
              <a:t>. Confluent CC – Topic</a:t>
            </a:r>
            <a:endParaRPr lang="ko-KR" altLang="en-US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0054" y="568782"/>
            <a:ext cx="10027165" cy="3054507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3376" y="3947375"/>
            <a:ext cx="10160522" cy="27055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228002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0" y="128588"/>
            <a:ext cx="47934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2</a:t>
            </a:r>
            <a:r>
              <a:rPr lang="en-US" altLang="ko-KR" dirty="0" smtClean="0"/>
              <a:t>. Confluent CC – Topic</a:t>
            </a:r>
            <a:endParaRPr lang="ko-KR" altLang="en-US" dirty="0"/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9338" y="1364446"/>
            <a:ext cx="4978656" cy="38355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358092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63</TotalTime>
  <Words>141</Words>
  <Application>Microsoft Office PowerPoint</Application>
  <PresentationFormat>와이드스크린</PresentationFormat>
  <Paragraphs>24</Paragraphs>
  <Slides>12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12</vt:i4>
      </vt:variant>
    </vt:vector>
  </HeadingPairs>
  <TitlesOfParts>
    <vt:vector size="15" baseType="lpstr"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김성태</dc:creator>
  <cp:lastModifiedBy>김성태</cp:lastModifiedBy>
  <cp:revision>10</cp:revision>
  <dcterms:created xsi:type="dcterms:W3CDTF">2026-09-13T03:52:08Z</dcterms:created>
  <dcterms:modified xsi:type="dcterms:W3CDTF">2026-09-13T05:21:09Z</dcterms:modified>
</cp:coreProperties>
</file>