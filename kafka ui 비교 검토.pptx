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4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85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33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768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780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250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809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70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580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46675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219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9787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1463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99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ACD491-F7DA-4174-8E5C-9FDD6A158034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F25612-0D81-48D9-9FE2-51138DD204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089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55" y="69501"/>
            <a:ext cx="7360028" cy="6788499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855156" y="885824"/>
            <a:ext cx="702558" cy="70212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7468583" y="185734"/>
            <a:ext cx="461864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-  UI for Apache Kafka</a:t>
            </a:r>
          </a:p>
          <a:p>
            <a:r>
              <a:rPr lang="en-US" altLang="ko-KR" dirty="0" smtClean="0"/>
              <a:t>   .  </a:t>
            </a:r>
            <a:r>
              <a:rPr lang="ko-KR" altLang="en-US" dirty="0" smtClean="0"/>
              <a:t>오픈소스로 가장 범용적으로 사용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Confluent CC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. </a:t>
            </a:r>
            <a:r>
              <a:rPr lang="ko-KR" altLang="en-US" dirty="0" smtClean="0"/>
              <a:t>개발자 라이선스만 사용 가능</a:t>
            </a:r>
            <a:r>
              <a:rPr lang="en-US" altLang="ko-KR" dirty="0" smtClean="0"/>
              <a:t>, 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 </a:t>
            </a:r>
            <a:r>
              <a:rPr lang="ko-KR" altLang="en-US" dirty="0" smtClean="0"/>
              <a:t>로컬 테스트</a:t>
            </a:r>
            <a:r>
              <a:rPr lang="en-US" altLang="ko-KR" dirty="0" smtClean="0"/>
              <a:t>/ </a:t>
            </a:r>
            <a:r>
              <a:rPr lang="ko-KR" altLang="en-US" dirty="0" smtClean="0"/>
              <a:t>기능 검증용</a:t>
            </a:r>
            <a:endParaRPr lang="en-US" altLang="ko-KR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    1</a:t>
            </a:r>
            <a:r>
              <a:rPr lang="ko-KR" altLang="en-US" dirty="0" smtClean="0"/>
              <a:t>개의 브로커만 사용 가능</a:t>
            </a:r>
            <a:endParaRPr lang="en-US" altLang="ko-KR" dirty="0" smtClean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dirty="0" smtClean="0"/>
              <a:t>Conduktor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. Community (</a:t>
            </a:r>
            <a:r>
              <a:rPr lang="ko-KR" altLang="en-US" dirty="0" smtClean="0"/>
              <a:t>무료</a:t>
            </a:r>
            <a:r>
              <a:rPr lang="en-US" altLang="ko-KR" dirty="0" smtClean="0"/>
              <a:t>)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  . </a:t>
            </a:r>
            <a:r>
              <a:rPr lang="en-US" altLang="ko-KR" dirty="0" smtClean="0">
                <a:solidFill>
                  <a:srgbClr val="FF0000"/>
                </a:solidFill>
              </a:rPr>
              <a:t>SSL/TLS </a:t>
            </a:r>
            <a:r>
              <a:rPr lang="ko-KR" altLang="en-US" dirty="0" smtClean="0">
                <a:solidFill>
                  <a:srgbClr val="FF0000"/>
                </a:solidFill>
              </a:rPr>
              <a:t>암호화가 적용된 클러스터 </a:t>
            </a:r>
            <a:endParaRPr lang="en-US" altLang="ko-KR" dirty="0" smtClean="0">
              <a:solidFill>
                <a:srgbClr val="FF0000"/>
              </a:solidFill>
            </a:endParaRPr>
          </a:p>
          <a:p>
            <a:r>
              <a:rPr lang="en-US" altLang="ko-KR" dirty="0">
                <a:solidFill>
                  <a:srgbClr val="FF0000"/>
                </a:solidFill>
              </a:rPr>
              <a:t> </a:t>
            </a:r>
            <a:r>
              <a:rPr lang="en-US" altLang="ko-KR" dirty="0" smtClean="0">
                <a:solidFill>
                  <a:srgbClr val="FF0000"/>
                </a:solidFill>
              </a:rPr>
              <a:t>     </a:t>
            </a:r>
            <a:r>
              <a:rPr lang="ko-KR" altLang="en-US" dirty="0" smtClean="0">
                <a:solidFill>
                  <a:srgbClr val="FF0000"/>
                </a:solidFill>
              </a:rPr>
              <a:t>연동이 제한 </a:t>
            </a:r>
            <a:r>
              <a:rPr lang="en-US" altLang="ko-KR" dirty="0" smtClean="0">
                <a:solidFill>
                  <a:srgbClr val="FF0000"/>
                </a:solidFill>
              </a:rPr>
              <a:t>(</a:t>
            </a:r>
            <a:r>
              <a:rPr lang="ko-KR" altLang="en-US" dirty="0" smtClean="0">
                <a:solidFill>
                  <a:srgbClr val="FF0000"/>
                </a:solidFill>
              </a:rPr>
              <a:t>결정적 제외 사유</a:t>
            </a:r>
            <a:r>
              <a:rPr lang="en-US" altLang="ko-KR" dirty="0" smtClean="0">
                <a:solidFill>
                  <a:srgbClr val="FF0000"/>
                </a:solidFill>
              </a:rPr>
              <a:t>)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11922" y="3093157"/>
            <a:ext cx="1612111" cy="132882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211922" y="1895127"/>
            <a:ext cx="1600200" cy="276574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14299" y="2718226"/>
            <a:ext cx="1600200" cy="284533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5937956" y="885824"/>
            <a:ext cx="1433688" cy="702129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132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293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– Dashboard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98" y="1175460"/>
            <a:ext cx="11964015" cy="3264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2845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7140"/>
            <a:ext cx="4471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– cluster </a:t>
            </a:r>
            <a:r>
              <a:rPr lang="ko-KR" altLang="en-US" dirty="0" smtClean="0"/>
              <a:t>추가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294" y="807244"/>
            <a:ext cx="8001411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7647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128588"/>
            <a:ext cx="55864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Broker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23" y="765905"/>
            <a:ext cx="10027165" cy="242582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23" y="3788327"/>
            <a:ext cx="8992062" cy="2610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93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128588"/>
            <a:ext cx="50649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Topic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17" y="784967"/>
            <a:ext cx="10027165" cy="198765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17" y="3225723"/>
            <a:ext cx="9703299" cy="29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301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-1" y="128588"/>
            <a:ext cx="5793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Topics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72" y="703975"/>
            <a:ext cx="10020815" cy="314976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23" y="3938487"/>
            <a:ext cx="10001764" cy="2648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490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Topic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1220" y="1589784"/>
            <a:ext cx="6769448" cy="3778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5858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UI for apache Kafka - Consumer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9209" y="2016847"/>
            <a:ext cx="8407832" cy="278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235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- Overview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029" y="1063503"/>
            <a:ext cx="9569942" cy="4730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3725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– broker overview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943" y="1101605"/>
            <a:ext cx="10008114" cy="465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6702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– Topic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54" y="568782"/>
            <a:ext cx="10027165" cy="305450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376" y="3947375"/>
            <a:ext cx="10160522" cy="270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280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8588"/>
            <a:ext cx="479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en-US" altLang="ko-KR" dirty="0" smtClean="0"/>
              <a:t>. Confluent CC – Topic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9338" y="1364446"/>
            <a:ext cx="4978656" cy="3835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580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135</Words>
  <Application>Microsoft Office PowerPoint</Application>
  <PresentationFormat>와이드스크린</PresentationFormat>
  <Paragraphs>23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김성태</dc:creator>
  <cp:lastModifiedBy>김성태</cp:lastModifiedBy>
  <cp:revision>9</cp:revision>
  <dcterms:created xsi:type="dcterms:W3CDTF">2026-09-13T03:52:08Z</dcterms:created>
  <dcterms:modified xsi:type="dcterms:W3CDTF">2026-09-13T05:02:46Z</dcterms:modified>
</cp:coreProperties>
</file>