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C2C-7735-4959-B789-75F409FAD772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C740-4EA9-4498-97A1-2D3EAA1EF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801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C2C-7735-4959-B789-75F409FAD772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C740-4EA9-4498-97A1-2D3EAA1EF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52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C2C-7735-4959-B789-75F409FAD772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C740-4EA9-4498-97A1-2D3EAA1EF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455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C2C-7735-4959-B789-75F409FAD772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C740-4EA9-4498-97A1-2D3EAA1EF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673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C2C-7735-4959-B789-75F409FAD772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C740-4EA9-4498-97A1-2D3EAA1EF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66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C2C-7735-4959-B789-75F409FAD772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C740-4EA9-4498-97A1-2D3EAA1EF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538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C2C-7735-4959-B789-75F409FAD772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C740-4EA9-4498-97A1-2D3EAA1EF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48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C2C-7735-4959-B789-75F409FAD772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C740-4EA9-4498-97A1-2D3EAA1EF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294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C2C-7735-4959-B789-75F409FAD772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C740-4EA9-4498-97A1-2D3EAA1EF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C2C-7735-4959-B789-75F409FAD772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C740-4EA9-4498-97A1-2D3EAA1EF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41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C2C-7735-4959-B789-75F409FAD772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C740-4EA9-4498-97A1-2D3EAA1EF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659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6AC2C-7735-4959-B789-75F409FAD772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EC740-4EA9-4498-97A1-2D3EAA1EF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80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41" y="955221"/>
            <a:ext cx="11397738" cy="56333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9421" y="220436"/>
            <a:ext cx="627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https://images.redhat.com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0240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9421" y="220436"/>
            <a:ext cx="627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Hummingbird OS - sh</a:t>
            </a:r>
            <a:r>
              <a:rPr lang="ko-KR" altLang="en-US" dirty="0" smtClean="0"/>
              <a:t>을 지원함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60" y="785958"/>
            <a:ext cx="5673404" cy="27083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43650" y="981901"/>
            <a:ext cx="48332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패키지 매니저가 없는 디스트로리스 모델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- dnf, apt </a:t>
            </a:r>
            <a:r>
              <a:rPr lang="ko-KR" altLang="en-US" dirty="0" smtClean="0"/>
              <a:t>가없음</a:t>
            </a:r>
            <a:endParaRPr lang="en-US" altLang="ko-KR" dirty="0" smtClean="0"/>
          </a:p>
          <a:p>
            <a:pPr marL="342900" indent="-342900">
              <a:buFont typeface="+mj-lt"/>
              <a:buAutoNum type="arabicPeriod" startAt="2"/>
            </a:pPr>
            <a:r>
              <a:rPr lang="en-US" altLang="ko-KR" dirty="0" smtClean="0"/>
              <a:t>Near </a:t>
            </a:r>
            <a:r>
              <a:rPr lang="en-US" altLang="ko-KR" dirty="0"/>
              <a:t>Zero CVE</a:t>
            </a:r>
          </a:p>
          <a:p>
            <a:pPr marL="342900" indent="-342900">
              <a:buAutoNum type="arabicPeriod" startAt="2"/>
            </a:pPr>
            <a:r>
              <a:rPr lang="ko-KR" altLang="en-US" dirty="0" smtClean="0"/>
              <a:t>레드햇과 </a:t>
            </a:r>
            <a:r>
              <a:rPr lang="ko-KR" altLang="en-US" dirty="0"/>
              <a:t>페도라 커뮤니티가 발표한 컨테이너 네이티브 기반의 차세대 오픈소스 리눅스</a:t>
            </a:r>
            <a:endParaRPr lang="en-US" altLang="ko-KR" dirty="0"/>
          </a:p>
          <a:p>
            <a:endParaRPr lang="en-US" altLang="ko-KR" dirty="0" smtClean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60" y="3886446"/>
            <a:ext cx="10857816" cy="236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330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</Words>
  <Application>Microsoft Office PowerPoint</Application>
  <PresentationFormat>와이드스크린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김성태</dc:creator>
  <cp:lastModifiedBy>김성태</cp:lastModifiedBy>
  <cp:revision>3</cp:revision>
  <dcterms:created xsi:type="dcterms:W3CDTF">2026-09-13T05:53:37Z</dcterms:created>
  <dcterms:modified xsi:type="dcterms:W3CDTF">2026-09-13T05:58:22Z</dcterms:modified>
</cp:coreProperties>
</file>