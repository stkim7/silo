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2F445B"/>
          </a:solidFill>
          <a:ln w="12700">
            <a:solidFill>
              <a:srgbClr val="2F44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334A63"/>
          </a:solidFill>
          <a:ln w="12700">
            <a:solidFill>
              <a:srgbClr val="334A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Red Hat OpenShift 개발 환경 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OADP 백업 구성 및 방안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E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OADP(Velero) + SeaweedFS S3 스토리지 기반 VM · Container 백업/복구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절차 · YAML 예시 · 백업/복구 방안 · 점검 가이드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 : 운영 / 개발 백업 체계 구분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운영은 NetBackup Appliance, 개발은 OADP + SeaweedFS로 단순 · 저비용 구성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69671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환경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환경 (본 문서)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솔루션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NetBackup 11.0 (Kubernetes Operator)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OADP (OpenShift API for Data Protection, Velero 기반) — OpenShift 기본 제공 Operator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저장소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NetBackup Appliance 5270 (MSDP)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SeaweedFS S3 API 스토리지 (별도 서버)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OVE VM, Container, eXperDB, eXperDB-MS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클러스터의 OVE VM · Container 전반 (namespace 단위)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전송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 Mover Pod → MSDP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CSI 스냅샷 → OADP Data Mover(Kopia) → S3 버킷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 수준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등급별 RPO/RTO, 장기 보존, 2차 사본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1회 전체 백업 + 주 1회, 단기 보존 ("백업이 잘 되는 것"에 집중)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방식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NetBackup Web UI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YAML(CR) + oc / velero CLI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709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800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413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2개 (일간 · 주간)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4709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4800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7일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5413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일간 백업 보존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4709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4800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5413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백업 보존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961120" y="4709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0" y="4800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5413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백업 라이선스 불필요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아키텍처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OADP가 CSI 스냅샷을 만들고 Kopia Data Mover가 SeaweedFS S3 버킷으로 전송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949440" cy="4434840"/>
          </a:xfrm>
          <a:prstGeom prst="roundRect">
            <a:avLst>
              <a:gd name="adj" fmla="val 2062"/>
            </a:avLst>
          </a:prstGeom>
          <a:solidFill>
            <a:srgbClr val="FBEDEB"/>
          </a:solidFill>
          <a:ln w="12700">
            <a:solidFill>
              <a:srgbClr val="E4B3A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5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 개발 클러스터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E39A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38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openshift-adp namespace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267712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267712"/>
            <a:ext cx="13716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OADP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2267712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31720" y="2267712"/>
            <a:ext cx="13716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Velero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294436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2944368"/>
            <a:ext cx="283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Agent (DaemonSet · Kopia)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493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Plugins: openshift · aws · kubevirt · csi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69080" y="1874520"/>
            <a:ext cx="3108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1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6052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업무 namespace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2267712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4ECF5"/>
          </a:solidFill>
          <a:ln w="12700">
            <a:solidFill>
              <a:srgbClr val="E4EC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2267712"/>
            <a:ext cx="13716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 VM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(KubeVirt)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267712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4ECF5"/>
          </a:solidFill>
          <a:ln w="12700">
            <a:solidFill>
              <a:srgbClr val="E4EC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0" y="2267712"/>
            <a:ext cx="13716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294436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E4ECF5"/>
          </a:solidFill>
          <a:ln w="12700">
            <a:solidFill>
              <a:srgbClr val="E4EC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0" y="2944368"/>
            <a:ext cx="283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PVC / DataVolume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Deployment, Service, Route,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ConfigMap, Secret 등 리소스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4251960"/>
            <a:ext cx="6492240" cy="548640"/>
          </a:xfrm>
          <a:prstGeom prst="roundRect">
            <a:avLst>
              <a:gd name="adj" fmla="val 13333"/>
            </a:avLst>
          </a:prstGeom>
          <a:solidFill>
            <a:srgbClr val="E9E4F2"/>
          </a:solidFill>
          <a:ln w="12700">
            <a:solidFill>
              <a:srgbClr val="E9E4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251960"/>
            <a:ext cx="64922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CSI 스토리지 — VolumeSnapshotClass (label: velero.io/csi-volumesnapshot-class="true")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93776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Backup CR 실행 → ② 리소스 YAML 수집 + PVC CSI 스냅샷 → ③ Data Mover가 스냅샷 데이터를 Kopia로 업로드 → ④ 스냅샷 정리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1371600"/>
            <a:ext cx="3502152" cy="4434840"/>
          </a:xfrm>
          <a:prstGeom prst="roundRect">
            <a:avLst>
              <a:gd name="adj" fmla="val 2611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1481328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SeaweedFS 서버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(클러스터 외부 전용 VM)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03920" y="2286000"/>
            <a:ext cx="2953512" cy="512064"/>
          </a:xfrm>
          <a:prstGeom prst="roundRect">
            <a:avLst>
              <a:gd name="adj" fmla="val 14286"/>
            </a:avLst>
          </a:prstGeom>
          <a:solidFill>
            <a:srgbClr val="D8EFE3"/>
          </a:solidFill>
          <a:ln w="12700">
            <a:solidFill>
              <a:srgbClr val="D8EF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03920" y="2286000"/>
            <a:ext cx="2953512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Gateway  :8333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03920" y="2944368"/>
            <a:ext cx="2953512" cy="512064"/>
          </a:xfrm>
          <a:prstGeom prst="roundRect">
            <a:avLst>
              <a:gd name="adj" fmla="val 14286"/>
            </a:avLst>
          </a:prstGeom>
          <a:solidFill>
            <a:srgbClr val="BFE3D0"/>
          </a:solidFill>
          <a:ln w="12700">
            <a:solidFill>
              <a:srgbClr val="BFE3D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2944368"/>
            <a:ext cx="2953512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Filer  :8888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03920" y="3602736"/>
            <a:ext cx="2953512" cy="512064"/>
          </a:xfrm>
          <a:prstGeom prst="roundRect">
            <a:avLst>
              <a:gd name="adj" fmla="val 14286"/>
            </a:avLst>
          </a:prstGeom>
          <a:solidFill>
            <a:srgbClr val="BFE3D0"/>
          </a:solidFill>
          <a:ln w="12700">
            <a:solidFill>
              <a:srgbClr val="BFE3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03920" y="3602736"/>
            <a:ext cx="2953512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 :9333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503920" y="4261104"/>
            <a:ext cx="2953512" cy="512064"/>
          </a:xfrm>
          <a:prstGeom prst="roundRect">
            <a:avLst>
              <a:gd name="adj" fmla="val 14286"/>
            </a:avLst>
          </a:prstGeom>
          <a:solidFill>
            <a:srgbClr val="BFE3D0"/>
          </a:solidFill>
          <a:ln w="12700">
            <a:solidFill>
              <a:srgbClr val="BFE3D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4261104"/>
            <a:ext cx="2953512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Volume Server  (/data)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03920" y="4983480"/>
            <a:ext cx="29535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03920" y="4983480"/>
            <a:ext cx="29535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Bucket: oadp-dev / prefix: velero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 flipV="1">
            <a:off x="7406640" y="2542032"/>
            <a:ext cx="822960" cy="201168"/>
          </a:xfrm>
          <a:prstGeom prst="line">
            <a:avLst/>
          </a:prstGeom>
          <a:noFill/>
          <a:ln w="22225">
            <a:solidFill>
              <a:srgbClr val="26374A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7406640" y="2834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(HTTP/HTTPS)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598932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59893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SeaweedFS는 백업 대상 클러스터 밖(별도 VM/서버)에 두어야 클러스터 장애 시에도 백업본에 접근 가능 — 클러스터 내부 배포는 권장하지 않음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요구사항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구성 전 준비 · 확인 항목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480560"/>
                <a:gridCol w="514807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방법 / 비고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OpenShift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OpenShift 4.14 이상 + OpenShift Virtualization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백업은 OADP 1.3 이상에서 지원 — 클러스터 버전에 맞는 최신 OADP 채널 사용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CSI 스냅샷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CSI 드라이버 스냅샷 지원 + VolumeSnapshotClass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oc get volumesnapshotclass → 없으면 생성, OADP용 label 부여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게스트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qemu-guest-agent 설치 (Linux/Windows)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스냅샷 시 파일시스템 freeze로 일관성 확보, 미설치 시 crash-consistent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SeaweedFS 서버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RHEL 9 VM 1대, 4 vCPU / 8GB, 데이터 디스크 (백업 대상 용량 × 2 이상)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XFS 포맷 전용 디스크(/data), 가능하면 RAID 구성 디스크 사용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OCP 워커 노드 → SeaweedFS TCP 8333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방화벽 오픈, DNS 등록 (예: seaweedfs.dev.local)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계정 · 권한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cluster-admin 권한, S3 Access/Secret Key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키는 OADP 전용 계정으로 발급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oc CLI, aws CLI (S3 연결 테스트용)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velero CLI는 Velero Pod 내 바이너리 사용 가능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절차 한눈에 보기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SeaweedFS 구축부터 첫 백업 · 복구 테스트까지 7단계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64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SeaweedFS 설치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791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 VM에 weed 바이너리, systemd 등록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9272" y="15087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1737360"/>
            <a:ext cx="384048" cy="38404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4787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50792" y="1764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547872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계정 · 버킷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26791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s3.json 키 발급, oadp-dev 버킷 생성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1344" y="15087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1737360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12864" y="1764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OADP 설치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26791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OperatorHub에서 OADP Operator 설치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43416" y="15087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72016" y="1737360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7201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774936" y="1764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272016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스냅샷 · Secret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272016" y="26791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VolumeSnapshotClass label, 자격증명 Secret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883664" y="3749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12264" y="3977640"/>
            <a:ext cx="384048" cy="384048"/>
          </a:xfrm>
          <a:prstGeom prst="ellipse">
            <a:avLst/>
          </a:prstGeom>
          <a:solidFill>
            <a:srgbClr val="26374A"/>
          </a:solidFill>
          <a:ln w="12700">
            <a:solidFill>
              <a:srgbClr val="2637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1226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615184" y="4005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112264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DPA 생성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2112264" y="4919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DataProtectionApplication CR 적용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45736" y="3749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74336" y="3977640"/>
            <a:ext cx="384048" cy="384048"/>
          </a:xfrm>
          <a:prstGeom prst="ellipse">
            <a:avLst/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74336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77256" y="4005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974336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스케줄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974336" y="4919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CR (일간 · 주간) 등록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07808" y="3749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36408" y="3977640"/>
            <a:ext cx="384048" cy="384048"/>
          </a:xfrm>
          <a:prstGeom prst="ellipse">
            <a:avLst/>
          </a:prstGeom>
          <a:solidFill>
            <a:srgbClr val="E39A14"/>
          </a:solidFill>
          <a:ln w="12700">
            <a:solidFill>
              <a:srgbClr val="E39A1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3640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339328" y="4005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836408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테스트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836408" y="4919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Restore CR로 대체 namespace 복구 검증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SeaweedFS 서버 작업     </a:t>
            </a:r>
            <a:pPr indent="0" marL="0">
              <a:buNone/>
            </a:pPr>
            <a:r>
              <a:rPr lang="en-US" sz="1000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OpenShift 클러스터 작업     </a:t>
            </a:r>
            <a:pPr indent="0" marL="0">
              <a:buNone/>
            </a:pPr>
            <a:r>
              <a:rPr lang="en-US" sz="1000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· 검증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1. SeaweedFS 설치 (전용 서버)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단일 서버에 master · volume · filer · S3 게이트웨이를 한 번에 기동 (weed server -s3)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675120" cy="4572000"/>
          </a:xfrm>
          <a:prstGeom prst="roundRect">
            <a:avLst>
              <a:gd name="adj" fmla="val 1200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seaweedfs 서버 (root)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55648"/>
            <a:ext cx="630936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바이너리 설치 (릴리스 페이지에서 최신 linux_amd64 다운로드)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xzf linux_amd64_full.tar.gz -C /usr/local/bin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weed version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계정 · 디렉터리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useradd -r -s /sbin/nologin seaweedfs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/data/seaweedfs /etc/seaweedfs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chown -R seaweedfs:seaweedfs /data/seaweedfs /etc/seaweedfs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systemd 서비스  /etc/systemd/system/seaweedfs.service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[Unit]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Description=SeaweedFS all-in-one (S3)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After=network-online.target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User=seaweedfs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ExecStart=/usr/local/bin/weed server \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-dir=/data/seaweedfs -volume.max=0 \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-s3 -s3.port=8333 -s3.config=/etc/seaweedfs/s3.json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Restart=always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LimitNOFILE=65536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[Install]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WantedBy=multi-user.target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기동 · 방화벽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daemon-reload &amp;&amp; systemctl enable --now seaweedfs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--permanent --add-port=8333/tcp &amp;&amp; firewall-cmd --reload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06640" y="1371600"/>
            <a:ext cx="4325112" cy="2377440"/>
          </a:xfrm>
          <a:prstGeom prst="roundRect">
            <a:avLst>
              <a:gd name="adj" fmla="val 3077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0" y="1499616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포인트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874520"/>
            <a:ext cx="39593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-volume.max=0 : 디스크 여유 공간 기준으로 볼륨 수 자동 결정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-s3.config : 인증 파일 지정 (다음 단계에서 생성)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/data 전용 디스크에 저장 (OS 디스크와 분리)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06640" y="3931920"/>
            <a:ext cx="4325112" cy="201168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0" y="4059936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4434840"/>
            <a:ext cx="39593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8333 : S3 API (OCP에서 접근 — 필수 오픈)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9333 / 8888 : Master · Filer UI (관리자만)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TLS 필요 시 앞단에 HAProxy/Nginx 배치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2. S3 계정 발급 및 버킷 생성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OADP 전용 Access Key 생성 → 버킷 생성 → aws CLI로 연결 테스트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/etc/seaweedfs/s3.json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55648"/>
            <a:ext cx="51206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"identities": [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"name": "oadp",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"credentials": [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"accessKey": "oadp-dev",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"secretKey": "&lt;강력한_비밀키&gt;"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"actions": ["Admin","Read","Write",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"List","Tagging"]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45352" y="137160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463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버킷 생성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1755648"/>
            <a:ext cx="51206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설정 반영 (재기동 없이 재로딩)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pkill -HUP weed   # 또는 systemctl restart seaweedfs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버킷 생성 (weed shell)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"s3.bucket.create -name oadp-dev" \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weed shell -master=localhost:9333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버킷 목록 확인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"s3.bucket.list" \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weed shell -master=localhost:9333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11274552" cy="1325880"/>
          </a:xfrm>
          <a:prstGeom prst="roundRect">
            <a:avLst>
              <a:gd name="adj" fmla="val 4138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66344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OCP 노드와 같은 망의 작업 서버에서 연결 테스트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956048"/>
            <a:ext cx="10908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configure set aws_access_key_id oadp-dev ; aws configure set aws_secret_access_key &lt;비밀키&gt;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test &gt; t.txt &amp;&amp; aws --endpoint-url http://seaweedfs.dev.local:8333 s3 cp t.txt s3://oadp-dev/test/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--endpoint-url http://seaweedfs.dev.local:8333 s3 ls s3://oadp-dev/test/      # 업로드 확인 후 테스트 파일 삭제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3~4. OADP 설치 · 스냅샷 클래스 · 자격증명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Operator 설치 후 VolumeSnapshotClass에 OADP label, S3 키를 Secret으로 등록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2148840"/>
          </a:xfrm>
          <a:prstGeom prst="roundRect">
            <a:avLst>
              <a:gd name="adj" fmla="val 3404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996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OADP Operator 설치 (Web Console)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Operators → OperatorHub → "OADP" 검색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Channel: 클러스터 버전에 맞는 stable 채널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Namespace: openshift-adp (기본값)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후 Installed Operators에서 Succeeded 확인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1371600"/>
            <a:ext cx="7205472" cy="2148840"/>
          </a:xfrm>
          <a:prstGeom prst="roundRect">
            <a:avLst>
              <a:gd name="adj" fmla="val 2553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4630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VolumeSnapshotClass (기존 클래스가 있으면 label만 추가)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755648"/>
            <a:ext cx="683971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snapshot.storage.k8s.io/v1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VolumeSnapshotClass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&lt;스토리지&gt;-vsc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velero.io/csi-volumesnapshot-class: "true"   # OADP가 사용할 클래스 지정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driver: &lt;CSI 드라이버명&gt;     # oc get csidriver 로 확인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deletionPolicy: Retain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1274552" cy="1600200"/>
          </a:xfrm>
          <a:prstGeom prst="roundRect">
            <a:avLst>
              <a:gd name="adj" fmla="val 3429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자격증명 Secret 생성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33088"/>
            <a:ext cx="1090879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&lt;&lt; EOF &gt; credentials-velero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[default]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aws_access_key_id=oadp-dev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aws_secret_access_key=&lt;비밀키&gt;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EOF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create secret generic cloud-credentials -n openshift-adp --from-file cloud=credentials-velero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557784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55778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기존 VolumeSnapshotClass에 label만 추가:  oc label volumesnapshotclass &lt;이름&gt; velero.io/csi-volumesnapshot-class=true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5. DataProtectionApplication(DPA) 생성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Velero 플러그인 · Data Mover(Kopia) · SeaweedFS 백업 위치를 하나의 CR로 정의  →  oc apply -f dpa-dev.yaml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00" cy="4572000"/>
          </a:xfrm>
          <a:prstGeom prst="roundRect">
            <a:avLst>
              <a:gd name="adj" fmla="val 1200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dpa-dev.yaml (1/2) — 플러그인 · Data Mover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09928"/>
            <a:ext cx="512064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oadp.openshift.io/v1alpha1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DataProtectionApplication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dpa-dev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openshift-adp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configuration: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velero: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defaultPlugins: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openshift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aws          # S3 호환 스토리지용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kubevirt     # VM 백업 필수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csi          # CSI 스냅샷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defaultSnapshotMoveData: true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resourceTimeout: 10m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nodeAgent: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enable: true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uploaderType: kopia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backupImages: false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(오른쪽에 이어짐)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45352" y="1325880"/>
            <a:ext cx="5486400" cy="4572000"/>
          </a:xfrm>
          <a:prstGeom prst="roundRect">
            <a:avLst>
              <a:gd name="adj" fmla="val 1200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417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dpa-dev.yaml (2/2) — SeaweedFS 백업 위치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1709928"/>
            <a:ext cx="512064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backupLocations: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seaweedfs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velero: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provider: aws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default: true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credential: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name: cloud-credentials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key: cloud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objectStorage: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bucket: oadp-dev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prefix: velero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region: us-east-1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profile: default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s3Url: http://seaweedfs.dev.local:8333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s3ForcePathStyle: "true"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insecureSkipTLSVerify: "true"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checksumAlgorithm: ""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603504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6035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위 두 블록을 하나의 파일로 이어 붙여 적용  ·  s3Url은 SeaweedFS 서버 DNS/IP로 변경  ·  HTTPS 사용 시 http → https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DPA 주요 설정 항목 설명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S3 호환 스토리지(SeaweedFS) 연동 시 반드시 확인할 항목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7159752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설정값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 · 비고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kubevirt 플러그인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defaultPlugins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VirtualMachine · DataVolume 등 가상화 리소스 백업/복구 — VM 백업 시 필수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csi 플러그인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defaultPlugins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PVC의 CSI 스냅샷 생성 — label이 붙은 VolumeSnapshotClass 사용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defaultSnapshotMoveData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true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스냅샷을 클러스터에 남기지 않고 S3로 이동 (Data Mover) — 클러스터 장애에도 복구 가능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nodeAgent / uploaderType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true / kopia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 Mover · 파일 백업 업로더, 중복제거 · 압축 지원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backupImages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false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내부 레지스트리 이미지 백업 제외 (개발 환경 단순화)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s3ForcePathStyle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"true"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SeaweedFS 같은 S3 호환 스토리지는 path-style 주소 필수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region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us-east-1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SeaweedFS는 리전 개념이 없으므로 임의 값 지정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checksumAlgorithm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""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최신 AWS 플러그인의 체크섬 헤더 비활성 — S3 호환 스토리지 호환성 확보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insecureSkipTLSVerify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"true"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 또는 사설 인증서 사용 시. 정식 HTTPS면 제거하고 caCert 지정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검증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DPA Reconcile · BackupStorageLocation Available · Pod 상태 확인 후 수동 백업 1회 실행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583680" cy="4526280"/>
          </a:xfrm>
          <a:prstGeom prst="roundRect">
            <a:avLst>
              <a:gd name="adj" fmla="val 1212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명령어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55648"/>
            <a:ext cx="621792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DPA 정상 반영 여부 (Reconciled = True)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dpa dpa-dev -n openshift-adp -o jsonpath='{.status}'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백업 저장소 연결 (PHASE: Available 이어야 함)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backupstoragelocations.velero.io -n openshift-adp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Velero / node-agent Pod 확인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pods -n openshift-adp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velero CLI 별칭 (Velero Pod 내 바이너리 사용)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velero='oc -n openshift-adp exec deployment/velero \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-c velero -it -- ./velero'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테스트 namespace 수동 백업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velero backup create test-bk-01 \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--include-namespaces dev-test --snapshot-move-data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velero backup describe test-bk-01 --details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datauploads -n openshift-adp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371600"/>
          <a:ext cx="44165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535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상태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DPA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Reconciled : True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BSL (seaweedfs)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: Available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openshift-adp-controller, velero, node-agent (워커 노드 수만큼) Running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Backup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: Completed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DataUpload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: Completed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버킷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oadp-dev/velero/backups/, kopia/ 경로 생성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0" y="475488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45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BSL이 Unavailable이면 s3Url · 방화벽 · 키 · checksumAlgorithm 설정부터 확인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백업 방안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대상 유형별 백업 방식 — 모든 PVC는 CSI 스냅샷 + Data Mover로 통일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651760"/>
                <a:gridCol w="1828800"/>
                <a:gridCol w="240487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범위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복구 단위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OVE VM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VirtualMachine, DataVolume, PVC,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Secret/ConfigMap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CSI 스냅샷 → Data Mover(Kopia)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kubevirt 플러그인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 / VM 단위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(label 선택)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qemu-guest-agent로 fs freeze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Stateful 컨테이너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Deployment/StatefulSet + PVC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CSI 스냅샷 → Data Mover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 / 리소스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컨테이너는 복구 후 정합성 확인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Stateless 컨테이너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Deployment, Service, Route,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ConfigMap, Secret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리소스 YAML만 백업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Namespace / 리소스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전송량 매우 작음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CSI 미지원 볼륨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NFS 등 스냅샷 불가 PVC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File System Backup (Kopia)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Pod annotation 지정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PVC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backup.velero.io/backup-volumes 사용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제외 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openshift-*, kube-* 시스템 NS,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이미지 레지스트리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 대상에서 제외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클러스터 재구축은 IaC/GitOps로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463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9743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Namespace 설계 권장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349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VM은 dev-vm, 앱은 dev-&lt;업무명&gt; 처럼 네이밍 규칙 통일 → 스케줄에 목록으로 등록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45352" y="48463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28232" y="49743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9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전 확인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28232" y="5349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PVC 스토리지가 VolumeSnapshotClass 대상 CSI 드라이버인지 확인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스케줄 정책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Schedule CR 2개 — 일간(7일 보존) · 주간(4주 보존), 보존기간 경과 시 자동 삭제(TTL)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035040" cy="4892040"/>
          </a:xfrm>
          <a:prstGeom prst="roundRect">
            <a:avLst>
              <a:gd name="adj" fmla="val 1121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schedule-dev.yaml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09928"/>
            <a:ext cx="566928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velero.io/v1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Schedule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dev-daily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openshift-adp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schedule: "0 22 * * *"       # 매일 22:00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includedNamespaces: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dev-vm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dev-app1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dev-app2               # 대상 NS 추가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storageLocation: seaweedfs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snapshotMoveData: true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ttl: 168h0m0s              # 7일 보존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주간: 이름 dev-weekly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schedule: "0 2 * * 6"      # 매주 토 02:00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ttl: 672h0m0s              # 4주 보존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(template 나머지는 dev-daily와 동일)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325880"/>
          <a:ext cx="49651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627632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dev-daily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22:00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VM · 컨테이너 NS 전체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dev-weekly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매주 토 02:00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전 필요 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NS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7일 (기본)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766560" y="3063240"/>
            <a:ext cx="4965192" cy="3154680"/>
          </a:xfrm>
          <a:prstGeom prst="roundRect">
            <a:avLst>
              <a:gd name="adj" fmla="val 2319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0" y="3191256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팁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3566160"/>
            <a:ext cx="45994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Namespace 신규 생성 시 schedule의 includedNamespaces에 추가 (oc edit schedule)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 즉시 실행: velero backup create --from-schedule dev-daily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일시 중지: velero schedule pause dev-daily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TTL 만료 시 백업 메타데이터와 Kopia 데이터가 자동 정리 (저장소 유지보수 작업은 OADP가 주기 수행)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시간대가 겹치지 않도록 daily / weekly 시각 분리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방안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백업 목록 확인 → Restore CR 적용 → 상태 확인 · 기동 검증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760720" cy="2880360"/>
          </a:xfrm>
          <a:prstGeom prst="roundRect">
            <a:avLst>
              <a:gd name="adj" fmla="val 1905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Namespace 전체 복구 (restore-ns.yaml)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09928"/>
            <a:ext cx="539496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velero.io/v1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Restore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restore-dev-vm-01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namespace: openshift-adp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backupName: dev-daily-20261005220000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includedNamespaces: [dev-vm]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restorePVs: true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namespaceMapping:            # 선택: 대체 NS로 복구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dev-vm: dev-vm-restore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28232" y="1325880"/>
            <a:ext cx="5303520" cy="2880360"/>
          </a:xfrm>
          <a:prstGeom prst="roundRect">
            <a:avLst>
              <a:gd name="adj" fmla="val 1905"/>
            </a:avLst>
          </a:prstGeom>
          <a:solidFill>
            <a:srgbClr val="1E2632"/>
          </a:solidFill>
          <a:ln w="12700">
            <a:solidFill>
              <a:srgbClr val="1E26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11112" y="1417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4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VM 복구 · 상태 확인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611112" y="1709928"/>
            <a:ext cx="493776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특정 VM만 복구 (label 선택)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backupName: &lt;백업명&gt;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restorePVs: true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labelSelector: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 &lt;vm_name&gt;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복구 진행 확인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velero backup get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restores,datadownloads -n openshift-adp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velero restore describe restore-dev-vm-01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029200"/>
                <a:gridCol w="459943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복구 방법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주의 사항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· 앱 삭제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원래 namespace로 Restore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리소스가 남아 있으면 건너뜀(skip) → 먼저 삭제 후 복구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손상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대체 namespace(namespaceMapping)로 복구 후 비교 · 전환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VM은 같은 네트워크에서 IP · MAC 충돌 가능 → 원본 VM 정지 후 기동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클러스터 재구축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클러스터에 OADP · 동일 DPA 설치 → 같은 버킷 연결 → 백업 목록 동기화 후 Restore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VolumeSnapshotClass · StorageClass 이름 동일하게 구성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및 장애 조치 가이드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자주 발생하는 문제와 조치 방법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  <a:gridCol w="569671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원인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BSL Unavailable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엔드포인트 접근 불가, 키 오류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노드에서 curl http://seaweedfs.dev.local:8333 확인, Secret 키 재확인, velero Pod 로그 확인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업로드 오류 (체크섬 · 헤더)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AWS SDK v2 체크섬 헤더를 S3 호환 스토리지가 미지원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BSL config에 checksumAlgorithm: "" 적용, SeaweedFS 최신 버전 사용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Backup PartiallyFailed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일부 리소스 · 볼륨 실패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velero backup logs &lt;이름&gt; | grep -i error, 해당 PVC의 스냅샷 지원 여부 확인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DataUpload 멈춤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node-agent 리소스 부족, 네트워크 지연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oc get datauploads 상태 확인, node-agent Pod 로그 · 리소스 제한 조정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VM 스냅샷 경고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qemu-guest-agent 미설치 → freeze 불가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게스트에 에이전트 설치 · 기동 (미설치 시 crash-consistent 백업)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용량 부족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보존기간 대비 디스크 부족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weed shell의 volume.list로 사용량 확인, TTL 단축 또는 디스크 증설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577840"/>
            <a:ext cx="11274552" cy="384048"/>
          </a:xfrm>
          <a:prstGeom prst="roundRect">
            <a:avLst>
              <a:gd name="adj" fmla="val 14286"/>
            </a:avLst>
          </a:prstGeom>
          <a:solidFill>
            <a:srgbClr val="FCF1DC"/>
          </a:solidFill>
          <a:ln w="12700">
            <a:solidFill>
              <a:srgbClr val="FCF1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55778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로그 일괄 수집: oc adm must-gather --image=&lt;OADP must-gather 이미지&gt;  (Red Hat 지원 요청 시 활용)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체크리스트 및 제약사항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➢  개발 환경 수준의 최소 운영 항목과 알고 있어야 할 한계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6473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· OADP + SeaweedFS(S3)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996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체크리스트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: velero backup get 으로 Completed 여부 확인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: SeaweedFS 디스크 사용률 확인 (80% 이상 시 조치)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1회 : 임의 VM 1대 · 앱 1개를 대체 namespace로 복구 테스트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namespace 생성 시 schedule 대상 목록에 추가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OADP Operator 업그레이드 전 수동 백업 1회 수행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Secret 키 변경 시 cloud-credentials Secret 갱신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3716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6F8FA"/>
          </a:solidFill>
          <a:ln w="9525">
            <a:solidFill>
              <a:srgbClr val="C9D1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4996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45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제약사항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18745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SeaweedFS는 Red Hat 인증 목록에 없는 S3 호환 스토리지 — S3 엔드포인트가 원인인 문제는 벤더 지원 범위 밖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호환 스토리지에서는 OADP의 버전 관리 · Object Lock(불변 백업) 미지원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SeaweedFS 서버는 이중화 없음 — 서버 · 디스크 장애 시 백업 유실 (필요 시 RAID 또는 2대 복제)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OADP는 namespace 범위 백업 도구 — 클러스터 자체 복구는 etcd 백업 · 재설치 절차 별도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환경의 NetBackup 정책과 별도 체계로 관리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 환경 OADP 백업 구성 및 방안</dc:title>
  <dc:subject>PptxGenJS Presentation</dc:subject>
  <dc:creator>PptxGenJS</dc:creator>
  <cp:lastModifiedBy>PptxGenJS</cp:lastModifiedBy>
  <cp:revision>1</cp:revision>
  <dcterms:created xsi:type="dcterms:W3CDTF">2026-09-29T16:20:53Z</dcterms:created>
  <dcterms:modified xsi:type="dcterms:W3CDTF">2026-09-29T16:20:53Z</dcterms:modified>
</cp:coreProperties>
</file>