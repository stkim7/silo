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46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19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home/claude/rh-ppt/icons/balance_C919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4688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 UBI vs.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 Hardened Images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기준으로 컨테이너 베이스 이미지를 선택할 것인가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800600"/>
            <a:ext cx="2011680" cy="0"/>
          </a:xfrm>
          <a:prstGeom prst="line">
            <a:avLst/>
          </a:prstGeom>
          <a:noFill/>
          <a:ln w="25400">
            <a:solidFill>
              <a:srgbClr val="C919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원문: Fernando Lozano, Red Hat Developer (2026.06.29)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85B12-2034-3F58-9804-5822433A4DC5}"/>
              </a:ext>
            </a:extLst>
          </p:cNvPr>
          <p:cNvSpPr txBox="1"/>
          <p:nvPr/>
        </p:nvSpPr>
        <p:spPr>
          <a:xfrm>
            <a:off x="464736" y="6396335"/>
            <a:ext cx="111786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https</a:t>
            </a:r>
            <a:r>
              <a:rPr lang="ko-KR" altLang="en-US" sz="1200" dirty="0"/>
              <a:t>://</a:t>
            </a:r>
            <a:r>
              <a:rPr lang="ko-KR" altLang="en-US" sz="1200" dirty="0" err="1"/>
              <a:t>developers.redhat.com</a:t>
            </a:r>
            <a:r>
              <a:rPr lang="ko-KR" altLang="en-US" sz="1200" dirty="0"/>
              <a:t>/</a:t>
            </a:r>
            <a:r>
              <a:rPr lang="ko-KR" altLang="en-US" sz="1200" dirty="0" err="1"/>
              <a:t>articles</a:t>
            </a:r>
            <a:r>
              <a:rPr lang="ko-KR" altLang="en-US" sz="1200" dirty="0"/>
              <a:t>/2026/06/29/</a:t>
            </a:r>
            <a:r>
              <a:rPr lang="ko-KR" altLang="en-US" sz="1200" dirty="0" err="1"/>
              <a:t>red-hat-ubi-vs-red-hat-hardened-images-how-to-choose</a:t>
            </a:r>
            <a:r>
              <a:rPr lang="ko-KR" altLang="en-US" sz="1200" dirty="0"/>
              <a:t>#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더 중요하게 여기는가?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업스트림과의 근접성(거의 제로에 가까운 CVE) 대 개발 안정성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rh-ppt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688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 Hardened Images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업스트림 밀착 · 제로 CVE 지향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최소한의 런타임 구성요소만 포함 (distroless)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업스트림 보안 수정을 가장 빠르게 반영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백포팅 없음 → 호환성 변화에 대응 필요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80760" y="210312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rh-ppt/icons/box_C919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46888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3200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 UBI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35508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안정성 · 백포팅 기반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55080" y="416052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패키지 기반, 표준 유틸리티와 셸 포함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백포팅으로 API/ABI 하위 호환성 유지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인증(certification)은 UBI만 제공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UBI vs. Red Hat Hardened Images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UBI와 Hardened Images란?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19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rh-ppt/icons/box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6420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361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 UBI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RHEL(Red Hat Enterprise Linux)의 구성요소로, RHEL 패키지를 사용해 자유롭게 배포 가능한 전통적인 컨테이너 베이스 이미지입니다. 다양한 배포 대상에서 쉽게 사용할 수 있도록 런타임과 보조 패키지 제공에 중점을 둡니다.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080760" y="1554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rh-ppt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20840" y="15361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 Hardened Images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080760" y="224028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워크로드를 위한 최소한의 보안 중심 기반을 제공합니다. 애플리케이션 실행에 필요한 라이브러리와 런타임 구성요소만 포함해 공격 표면을 최소화하며, 대부분 distroless 형태로 패키지 관리자·GNU 유틸리티·셸을 포함하지 않습니다. 업스트림 소스에서 직접 빌드됩니다.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4572000"/>
            <a:ext cx="106070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5486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이미지 모두 애플리케이션 이미지의 기반(base)이 되며, 자유롭게 재배포할 수 있습니다.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UBI vs. Red Hat Hardened Images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Images vs. UBI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370228"/>
              </p:ext>
            </p:extLst>
          </p:nvPr>
        </p:nvGraphicFramePr>
        <p:xfrm>
          <a:off x="548640" y="1554480"/>
          <a:ext cx="11064240" cy="422452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Hat Hardened 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Hat UBI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19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이미지 크기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 — 필수 런타임 의존성만 포함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보통 — 표준 유틸리티와 셸 포함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패키지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패키지 관리자 미포함(런타임 변경 방지)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dnf / microdnf 포함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공격 표면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축소 — 불필요한 바이너리 제외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 — 일반 문제해결 유틸리티 포함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사례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고보안·프로덕션 마이크로서비스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범용 애플리케이션 개발·배포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 목표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런타임 환경의 제로 CVE 상태 지향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 보안 </a:t>
                      </a:r>
                      <a:r>
                        <a:rPr lang="en-US" sz="1300" dirty="0" err="1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패치</a:t>
                      </a: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주기</a:t>
                      </a:r>
                      <a:r>
                        <a:rPr lang="ko-KR" alt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ko-KR" alt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대략 </a:t>
                      </a:r>
                      <a:r>
                        <a:rPr lang="en-US" altLang="ko-KR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r>
                        <a:rPr lang="ko-KR" alt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 </a:t>
                      </a:r>
                      <a:r>
                        <a:rPr lang="en-US" altLang="ko-KR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r>
                        <a:rPr lang="ko-KR" alt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ko-KR" alt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달 주기</a:t>
                      </a:r>
                      <a:r>
                        <a:rPr lang="en-US" altLang="ko-KR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UBI vs. Red Hat Hardened Images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이미지가 공유하는 특성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line">
            <a:avLst/>
          </a:prstGeom>
          <a:solidFill>
            <a:srgbClr val="C919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rh-ppt/icons/cub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568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누구나 자유롭게 사용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1488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고객이 아니어도, Linux를 쓰지 않아도 사용 가능하며 어떤 레지스트리에도 배포할 수 있습니다.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55448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29400" y="1828800"/>
            <a:ext cx="548640" cy="548640"/>
          </a:xfrm>
          <a:prstGeom prst="line">
            <a:avLst/>
          </a:prstGeom>
          <a:solidFill>
            <a:srgbClr val="C919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rh-ppt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19568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기반 지원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488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RHEL·OpenShift 구독 하에 실행 시 이미지 자체의 결함에 대해 SLA 지원을 받을 수 있습니다.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22960" y="4114800"/>
            <a:ext cx="548640" cy="548640"/>
          </a:xfrm>
          <a:prstGeom prst="line">
            <a:avLst/>
          </a:prstGeom>
          <a:solidFill>
            <a:srgbClr val="C919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/home/claude/rh-ppt/icons/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2428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 중심 SDLC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44348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이미지 모두 출처를 추적하고 결과물에 서명하는 보안 중심 개발 생명주기로 빌드됩니다.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84048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629400" y="4114800"/>
            <a:ext cx="548640" cy="548640"/>
          </a:xfrm>
          <a:prstGeom prst="line">
            <a:avLst/>
          </a:prstGeom>
          <a:solidFill>
            <a:srgbClr val="C919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/home/claude/rh-ppt/icons/cog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2428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다양한 런타임 지원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4348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단일·다단계 Containerfile을 지원하며 언어별 의존성 관리자를 제공합니다.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UBI vs. Red Hat Hardened Images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안정성이냐, 최신 보안 수정이냐</a:t>
            </a:r>
            <a:endParaRPr lang="en-US" sz="3000" dirty="0"/>
          </a:p>
        </p:txBody>
      </p:sp>
      <p:pic>
        <p:nvPicPr>
          <p:cNvPr id="4" name="Image 0" descr="/home/claude/rh-ppt/icons/sync_C919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463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Images는 백포팅을 하지 않고 업스트림이 제공하는 수정만 반영합니다. 최신 릴리스를 따라가려면 API·설정 변경 등 다른 변화도 함께 수용해야 합니다.</a:t>
            </a:r>
            <a:endParaRPr lang="en-US" sz="1400" dirty="0"/>
          </a:p>
        </p:txBody>
      </p:sp>
      <p:pic>
        <p:nvPicPr>
          <p:cNvPr id="6" name="Image 1" descr="/home/claude/rh-ppt/icons/shield_C919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1460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4688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UBI는 RHEL의 백포팅을 상속해 이전 릴리스의 API/ABI를 유지하면서도 최신 치명적 CVE 수정을 반영합니다. 다만 검증·백포팅에 시간이 걸려 수정 반영이 더 늦습니다.</a:t>
            </a:r>
            <a:endParaRPr lang="en-US" sz="1400" dirty="0"/>
          </a:p>
        </p:txBody>
      </p:sp>
      <p:pic>
        <p:nvPicPr>
          <p:cNvPr id="8" name="Image 2" descr="/home/claude/rh-ppt/icons/question_C919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20440"/>
            <a:ext cx="502920" cy="5029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34747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스캐너는 백포팅된 수정을 인식하지 못해 오탐(false positive)을 낼 수 있습니다. 현재는 Red Hat 보안 데이터를 인증받은 스캐너들이 이를 개선하고 있습니다.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914400" y="4663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결국 질문은: 하위 호환성 유지가 더 중요한가, 최신 업스트림 수정 반영이 더 중요한가?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UBI vs. Red Hat Hardened Images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패키지 호환성과 Trusted Libraries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RHEL 패키지 사용 가능 여부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Images: RHEL 저장소 사용 불가 — 패키지 구조와 네이밍이 달라 의존성이 맞지 않음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필요시 Fedora Rawhide 패키지로 임시 대체 가능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UBI: RHEL 저장소를 활성화할 수 있으나, 이 경우 UBI가 아닌 RHEL 컨테이너로 전환되어 EULA가 적용됨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UBI는 RHEL의 모든 인증을 상속받음 — Hardened Images는 별도 검증 필요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 Trusted Libraries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Images와 동일한 SDLC(서명, SBOM, Konflux 기반 증명)를 따름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업스트림 소스에서 빌드되어 취약점을 최소화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UBI와 함께 사용은 가능하지만, 릴리스 주기·CVE 스트림·메타데이터 형식 차이로 운영상 어려움 발생 가능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Libraries가 필요하다면 Hardened Images로 전환하는 편이 더 효율적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UBI vs. Red Hat Hardened Images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추가로 알아둘 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Images의 확장 카탈로그와 bootc</a:t>
            </a:r>
            <a:endParaRPr lang="en-US" sz="3000" dirty="0"/>
          </a:p>
        </p:txBody>
      </p:sp>
      <p:pic>
        <p:nvPicPr>
          <p:cNvPr id="4" name="Image 0" descr="/home/claude/rh-ppt/icons/database_C919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DB·툴 이미지 제공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1965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MariaDB, Valkey 같은 데이터베이스와 cosign, jq 같은 유틸리티를 즉시 실행 가능한 형태로 제공해 CI/CD를 포함한 개발 전체 루프를 지원합니다. UBI는 베이스 이미지와 런타임만 제공합니다.</a:t>
            </a:r>
            <a:endParaRPr lang="en-US" sz="1300" dirty="0"/>
          </a:p>
        </p:txBody>
      </p:sp>
      <p:pic>
        <p:nvPicPr>
          <p:cNvPr id="7" name="Image 1" descr="/home/claude/rh-ppt/icons/server_C919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bootc 이미지 / image mode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4440" y="361188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bootc는 커널·부트로더·시스템 서비스를 포함한 완전한 OS 이미지입니다. 크기와 공격 표면이 크므로, 가볍게 만든 애플리케이션 컨테이너를 bounded container로 bootc 이미지에 담는 방식을 권장합니다.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86868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수준의 증명(attestation)이 필요하지만 벤더 인증이 필요 없다면 Fedora Hummingbird의 bootc 이미지도 대안이 됩니다.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UBI vs. Red Hat Hardened Images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19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선택 가이드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19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UBI를 선택하세요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장기적 안정성과 하위 호환성이 중요할 때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제3자 인증·RHEL 호환성이 필요할 때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등 Red Hat 생태계와 긴밀히 통합할 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164592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Images를 선택하세요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55080" y="2468880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공격 표면과 낮은 CVE 수를 우선할 때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업스트림 변화에 빠르게 대응할 여력이 있을 때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코드에 대한 출처 증명(attestation)이 필요할 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UBI는 사라지지 않습니다 — 두 옵션 모두 계속 발전하며, 선택은 우선순위와 감당 가능한 트레이드오프에 달려 있습니다.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UBI vs. Red Hat Hardened Images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886</Words>
  <Application>Microsoft Macintosh PowerPoint</Application>
  <PresentationFormat>와이드스크린</PresentationFormat>
  <Paragraphs>116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김택종</cp:lastModifiedBy>
  <cp:revision>3</cp:revision>
  <dcterms:created xsi:type="dcterms:W3CDTF">2026-09-09T00:20:13Z</dcterms:created>
  <dcterms:modified xsi:type="dcterms:W3CDTF">2026-09-09T00:46:01Z</dcterms:modified>
</cp:coreProperties>
</file>