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notesSlides/notesSlide7.xml" ContentType="application/vnd.openxmlformats-officedocument.presentationml.notesSlide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tags/tag15.xml" ContentType="application/vnd.openxmlformats-officedocument.presentationml.tags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39" r:id="rId4"/>
  </p:sldMasterIdLst>
  <p:notesMasterIdLst>
    <p:notesMasterId r:id="rId15"/>
  </p:notesMasterIdLst>
  <p:handoutMasterIdLst>
    <p:handoutMasterId r:id="rId16"/>
  </p:handoutMasterIdLst>
  <p:sldIdLst>
    <p:sldId id="2147473163" r:id="rId5"/>
    <p:sldId id="2147473184" r:id="rId6"/>
    <p:sldId id="2147473186" r:id="rId7"/>
    <p:sldId id="2147473185" r:id="rId8"/>
    <p:sldId id="2147473187" r:id="rId9"/>
    <p:sldId id="2147473193" r:id="rId10"/>
    <p:sldId id="2147473188" r:id="rId11"/>
    <p:sldId id="2147473189" r:id="rId12"/>
    <p:sldId id="2147473190" r:id="rId13"/>
    <p:sldId id="2147473191" r:id="rId14"/>
  </p:sldIdLst>
  <p:sldSz cx="9144000" cy="5143500" type="screen16x9"/>
  <p:notesSz cx="6865938" cy="9998075"/>
  <p:embeddedFontLst>
    <p:embeddedFont>
      <p:font typeface="Pretendard" panose="020B0600000101010101" charset="-127"/>
      <p:regular r:id="rId17"/>
      <p:bold r:id="rId18"/>
    </p:embeddedFont>
    <p:embeddedFont>
      <p:font typeface="Pretendard ExtraBold" panose="020B0600000101010101" charset="-127"/>
      <p:bold r:id="rId19"/>
    </p:embeddedFont>
    <p:embeddedFont>
      <p:font typeface="Pretendard Light" panose="020B0600000101010101" charset="-127"/>
      <p:regular r:id="rId20"/>
    </p:embeddedFont>
    <p:embeddedFont>
      <p:font typeface="Pretendard Medium" panose="020B0600000101010101" charset="-127"/>
      <p:regular r:id="rId21"/>
    </p:embeddedFont>
    <p:embeddedFont>
      <p:font typeface="Pretendard SemiBold" panose="020B0600000101010101" charset="-127"/>
      <p:regular r:id="rId22"/>
      <p:bold r:id="rId23"/>
    </p:embeddedFont>
  </p:embeddedFontLst>
  <p:custDataLst>
    <p:tags r:id="rId24"/>
  </p:custDataLst>
  <p:defaultTextStyle>
    <a:defPPr>
      <a:defRPr lang="en-US"/>
    </a:defPPr>
    <a:lvl1pPr marL="0" algn="l" defTabSz="389538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1pPr>
    <a:lvl2pPr marL="389538" algn="l" defTabSz="389538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2pPr>
    <a:lvl3pPr marL="779074" algn="l" defTabSz="389538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3pPr>
    <a:lvl4pPr marL="1168612" algn="l" defTabSz="389538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4pPr>
    <a:lvl5pPr marL="1558149" algn="l" defTabSz="389538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5pPr>
    <a:lvl6pPr marL="1947686" algn="l" defTabSz="389538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6pPr>
    <a:lvl7pPr marL="2337223" algn="l" defTabSz="389538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7pPr>
    <a:lvl8pPr marL="2726760" algn="l" defTabSz="389538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8pPr>
    <a:lvl9pPr marL="3116298" algn="l" defTabSz="389538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733" userDrawn="1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un jiseon" initials="yj" lastIdx="2" clrIdx="0">
    <p:extLst>
      <p:ext uri="{19B8F6BF-5375-455C-9EA6-DF929625EA0E}">
        <p15:presenceInfo xmlns:p15="http://schemas.microsoft.com/office/powerpoint/2012/main" userId="63b590df606381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6A9"/>
    <a:srgbClr val="ADADAD"/>
    <a:srgbClr val="4C6686"/>
    <a:srgbClr val="9EB2CA"/>
    <a:srgbClr val="1B2C59"/>
    <a:srgbClr val="F3F3F3"/>
    <a:srgbClr val="BD2439"/>
    <a:srgbClr val="008682"/>
    <a:srgbClr val="14307F"/>
    <a:srgbClr val="75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A35418-B71A-4853-B3E8-A69EE4978D11}" v="646" dt="2026-03-23T05:42:42.859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47" autoAdjust="0"/>
    <p:restoredTop sz="94660"/>
  </p:normalViewPr>
  <p:slideViewPr>
    <p:cSldViewPr snapToGrid="0" showGuides="1">
      <p:cViewPr varScale="1">
        <p:scale>
          <a:sx n="146" d="100"/>
          <a:sy n="146" d="100"/>
        </p:scale>
        <p:origin x="534" y="114"/>
      </p:cViewPr>
      <p:guideLst>
        <p:guide orient="horz" pos="1733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33FB307-F56B-42E7-930B-2D3BF8A72C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640"/>
          </a:xfrm>
          <a:prstGeom prst="rect">
            <a:avLst/>
          </a:prstGeom>
        </p:spPr>
        <p:txBody>
          <a:bodyPr vert="horz" lIns="96344" tIns="48172" rIns="96344" bIns="48172" rtlCol="0"/>
          <a:lstStyle>
            <a:lvl1pPr algn="l">
              <a:defRPr sz="1300"/>
            </a:lvl1pPr>
          </a:lstStyle>
          <a:p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C15AF65-B9EE-4B1A-9A9C-27CB7C6BAA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9109" y="0"/>
            <a:ext cx="2975240" cy="501640"/>
          </a:xfrm>
          <a:prstGeom prst="rect">
            <a:avLst/>
          </a:prstGeom>
        </p:spPr>
        <p:txBody>
          <a:bodyPr vert="horz" lIns="96344" tIns="48172" rIns="96344" bIns="48172" rtlCol="0"/>
          <a:lstStyle>
            <a:lvl1pPr algn="r">
              <a:defRPr sz="1300"/>
            </a:lvl1pPr>
          </a:lstStyle>
          <a:p>
            <a:fld id="{9544D597-72D3-48EB-860B-B00CFCBE2512}" type="datetimeFigureOut">
              <a:rPr lang="ko-KR" altLang="en-US" smtClean="0">
                <a:latin typeface="Pretendard Light" panose="02000403000000020004" pitchFamily="50" charset="-127"/>
                <a:ea typeface="Pretendard Light" panose="02000403000000020004" pitchFamily="50" charset="-127"/>
              </a:rPr>
              <a:t>2026-03-27</a:t>
            </a:fld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3A9794-3769-4448-BBF3-1565D8643B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96438"/>
            <a:ext cx="2975240" cy="501639"/>
          </a:xfrm>
          <a:prstGeom prst="rect">
            <a:avLst/>
          </a:prstGeom>
        </p:spPr>
        <p:txBody>
          <a:bodyPr vert="horz" lIns="96344" tIns="48172" rIns="96344" bIns="48172" rtlCol="0" anchor="b"/>
          <a:lstStyle>
            <a:lvl1pPr algn="l">
              <a:defRPr sz="1300"/>
            </a:lvl1pPr>
          </a:lstStyle>
          <a:p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A27EC7-CF24-409D-BD8B-BD772A9793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9109" y="9496438"/>
            <a:ext cx="2975240" cy="501639"/>
          </a:xfrm>
          <a:prstGeom prst="rect">
            <a:avLst/>
          </a:prstGeom>
        </p:spPr>
        <p:txBody>
          <a:bodyPr vert="horz" lIns="96344" tIns="48172" rIns="96344" bIns="48172" rtlCol="0" anchor="b"/>
          <a:lstStyle>
            <a:lvl1pPr algn="r">
              <a:defRPr sz="1300"/>
            </a:lvl1pPr>
          </a:lstStyle>
          <a:p>
            <a:fld id="{34506F4A-11B5-427E-B411-36AA86C734B0}" type="slidenum">
              <a:rPr lang="ko-KR" altLang="en-US" smtClean="0">
                <a:latin typeface="Pretendard Light" panose="02000403000000020004" pitchFamily="50" charset="-127"/>
                <a:ea typeface="Pretendard Light" panose="02000403000000020004" pitchFamily="50" charset="-127"/>
              </a:rPr>
              <a:t>‹#›</a:t>
            </a:fld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24128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640"/>
          </a:xfrm>
          <a:prstGeom prst="rect">
            <a:avLst/>
          </a:prstGeom>
        </p:spPr>
        <p:txBody>
          <a:bodyPr vert="horz" lIns="96344" tIns="48172" rIns="96344" bIns="48172" rtlCol="0"/>
          <a:lstStyle>
            <a:lvl1pPr algn="l">
              <a:defRPr sz="1300">
                <a:latin typeface="Pretendard Light" panose="02000403000000020004" pitchFamily="50" charset="-127"/>
                <a:ea typeface="Pretendard Light" panose="020004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501640"/>
          </a:xfrm>
          <a:prstGeom prst="rect">
            <a:avLst/>
          </a:prstGeom>
        </p:spPr>
        <p:txBody>
          <a:bodyPr vert="horz" lIns="96344" tIns="48172" rIns="96344" bIns="48172" rtlCol="0"/>
          <a:lstStyle>
            <a:lvl1pPr algn="r">
              <a:defRPr sz="1300">
                <a:latin typeface="Pretendard Light" panose="02000403000000020004" pitchFamily="50" charset="-127"/>
                <a:ea typeface="Pretendard Light" panose="02000403000000020004" pitchFamily="50" charset="-127"/>
              </a:defRPr>
            </a:lvl1pPr>
          </a:lstStyle>
          <a:p>
            <a:fld id="{5491D3B3-4744-43CE-BBAE-CE4F69D0B819}" type="datetimeFigureOut">
              <a:rPr lang="ko-KR" altLang="en-US" smtClean="0"/>
              <a:pPr/>
              <a:t>2026-03-27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3388" y="1249363"/>
            <a:ext cx="5999162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44" tIns="48172" rIns="96344" bIns="48172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4" y="4811574"/>
            <a:ext cx="5492750" cy="3936742"/>
          </a:xfrm>
          <a:prstGeom prst="rect">
            <a:avLst/>
          </a:prstGeom>
        </p:spPr>
        <p:txBody>
          <a:bodyPr vert="horz" lIns="96344" tIns="48172" rIns="96344" bIns="48172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6438"/>
            <a:ext cx="2975240" cy="501639"/>
          </a:xfrm>
          <a:prstGeom prst="rect">
            <a:avLst/>
          </a:prstGeom>
        </p:spPr>
        <p:txBody>
          <a:bodyPr vert="horz" lIns="96344" tIns="48172" rIns="96344" bIns="48172" rtlCol="0" anchor="b"/>
          <a:lstStyle>
            <a:lvl1pPr algn="l">
              <a:defRPr sz="1300">
                <a:latin typeface="Pretendard Light" panose="02000403000000020004" pitchFamily="50" charset="-127"/>
                <a:ea typeface="Pretendard Light" panose="020004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09" y="9496438"/>
            <a:ext cx="2975240" cy="501639"/>
          </a:xfrm>
          <a:prstGeom prst="rect">
            <a:avLst/>
          </a:prstGeom>
        </p:spPr>
        <p:txBody>
          <a:bodyPr vert="horz" lIns="96344" tIns="48172" rIns="96344" bIns="48172" rtlCol="0" anchor="b"/>
          <a:lstStyle>
            <a:lvl1pPr algn="r">
              <a:defRPr sz="1300">
                <a:latin typeface="Pretendard Light" panose="02000403000000020004" pitchFamily="50" charset="-127"/>
                <a:ea typeface="Pretendard Light" panose="02000403000000020004" pitchFamily="50" charset="-127"/>
              </a:defRPr>
            </a:lvl1pPr>
          </a:lstStyle>
          <a:p>
            <a:fld id="{B6CA2391-08E6-46E2-B290-A4DC84D0700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7771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9074" rtl="0" eaLnBrk="1" latinLnBrk="1" hangingPunct="1">
      <a:defRPr sz="1023" kern="1200">
        <a:solidFill>
          <a:schemeClr val="tx1"/>
        </a:solidFill>
        <a:latin typeface="Pretendard Light" panose="02000403000000020004" pitchFamily="50" charset="-127"/>
        <a:ea typeface="Pretendard Light" panose="02000403000000020004" pitchFamily="50" charset="-127"/>
        <a:cs typeface="+mn-cs"/>
      </a:defRPr>
    </a:lvl1pPr>
    <a:lvl2pPr marL="389538" algn="l" defTabSz="779074" rtl="0" eaLnBrk="1" latinLnBrk="1" hangingPunct="1">
      <a:defRPr sz="1023" kern="1200">
        <a:solidFill>
          <a:schemeClr val="tx1"/>
        </a:solidFill>
        <a:latin typeface="Pretendard Light" panose="02000403000000020004" pitchFamily="50" charset="-127"/>
        <a:ea typeface="Pretendard Light" panose="02000403000000020004" pitchFamily="50" charset="-127"/>
        <a:cs typeface="+mn-cs"/>
      </a:defRPr>
    </a:lvl2pPr>
    <a:lvl3pPr marL="779074" algn="l" defTabSz="779074" rtl="0" eaLnBrk="1" latinLnBrk="1" hangingPunct="1">
      <a:defRPr sz="1023" kern="1200">
        <a:solidFill>
          <a:schemeClr val="tx1"/>
        </a:solidFill>
        <a:latin typeface="Pretendard Light" panose="02000403000000020004" pitchFamily="50" charset="-127"/>
        <a:ea typeface="Pretendard Light" panose="02000403000000020004" pitchFamily="50" charset="-127"/>
        <a:cs typeface="+mn-cs"/>
      </a:defRPr>
    </a:lvl3pPr>
    <a:lvl4pPr marL="1168612" algn="l" defTabSz="779074" rtl="0" eaLnBrk="1" latinLnBrk="1" hangingPunct="1">
      <a:defRPr sz="1023" kern="1200">
        <a:solidFill>
          <a:schemeClr val="tx1"/>
        </a:solidFill>
        <a:latin typeface="Pretendard Light" panose="02000403000000020004" pitchFamily="50" charset="-127"/>
        <a:ea typeface="Pretendard Light" panose="02000403000000020004" pitchFamily="50" charset="-127"/>
        <a:cs typeface="+mn-cs"/>
      </a:defRPr>
    </a:lvl4pPr>
    <a:lvl5pPr marL="1558149" algn="l" defTabSz="779074" rtl="0" eaLnBrk="1" latinLnBrk="1" hangingPunct="1">
      <a:defRPr sz="1023" kern="1200">
        <a:solidFill>
          <a:schemeClr val="tx1"/>
        </a:solidFill>
        <a:latin typeface="Pretendard Light" panose="02000403000000020004" pitchFamily="50" charset="-127"/>
        <a:ea typeface="Pretendard Light" panose="02000403000000020004" pitchFamily="50" charset="-127"/>
        <a:cs typeface="+mn-cs"/>
      </a:defRPr>
    </a:lvl5pPr>
    <a:lvl6pPr marL="1947686" algn="l" defTabSz="779074" rtl="0" eaLnBrk="1" latinLnBrk="1" hangingPunct="1">
      <a:defRPr sz="1023" kern="1200">
        <a:solidFill>
          <a:schemeClr val="tx1"/>
        </a:solidFill>
        <a:latin typeface="+mn-lt"/>
        <a:ea typeface="+mn-ea"/>
        <a:cs typeface="+mn-cs"/>
      </a:defRPr>
    </a:lvl6pPr>
    <a:lvl7pPr marL="2337223" algn="l" defTabSz="779074" rtl="0" eaLnBrk="1" latinLnBrk="1" hangingPunct="1">
      <a:defRPr sz="1023" kern="1200">
        <a:solidFill>
          <a:schemeClr val="tx1"/>
        </a:solidFill>
        <a:latin typeface="+mn-lt"/>
        <a:ea typeface="+mn-ea"/>
        <a:cs typeface="+mn-cs"/>
      </a:defRPr>
    </a:lvl7pPr>
    <a:lvl8pPr marL="2726760" algn="l" defTabSz="779074" rtl="0" eaLnBrk="1" latinLnBrk="1" hangingPunct="1">
      <a:defRPr sz="1023" kern="1200">
        <a:solidFill>
          <a:schemeClr val="tx1"/>
        </a:solidFill>
        <a:latin typeface="+mn-lt"/>
        <a:ea typeface="+mn-ea"/>
        <a:cs typeface="+mn-cs"/>
      </a:defRPr>
    </a:lvl8pPr>
    <a:lvl9pPr marL="3116298" algn="l" defTabSz="779074" rtl="0" eaLnBrk="1" latinLnBrk="1" hangingPunct="1">
      <a:defRPr sz="102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123BB-F423-3BE8-ABFF-45840AF54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DD48C6-5FF0-DBA0-A3CA-90FE72CC9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3388" y="1249363"/>
            <a:ext cx="5999162" cy="33750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A5775D-C2FF-E42A-91DC-1B2614698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935237-729D-F41C-6CA6-9B466A7354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2391-08E6-46E2-B290-A4DC84D0700A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2071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10B5F-3165-9C74-BB8D-BE98E07D6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E84000-2E99-C491-5117-5928D40BA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3388" y="1249363"/>
            <a:ext cx="5999162" cy="33750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5525BB-F304-3E41-CEAA-0FF87F0D3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06D0F2-7ECF-3C59-6D77-EB5A49DC1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2391-08E6-46E2-B290-A4DC84D0700A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005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0BE9B-3940-4EBE-7E90-14E1EEB71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BC622E-8104-90D0-F103-0CB1A0892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3388" y="1249363"/>
            <a:ext cx="5999162" cy="33750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1FB627-9298-894C-BD41-947206D0B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68C94A-8907-CB1F-1954-07BFE0AD5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2391-08E6-46E2-B290-A4DC84D0700A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7479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9297A-65CD-0213-EE63-3D1D1D0B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DB918A-B817-0738-5FD7-31E62FCBB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3388" y="1249363"/>
            <a:ext cx="5999162" cy="33750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EAAF6F-ABEB-6C1B-68AB-A5E1CC8FE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CB19EC-327C-E6AF-3B8E-797E8515C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2391-08E6-46E2-B290-A4DC84D0700A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8342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0EB36-CDD6-828A-80C1-30354D58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84CFFF-7949-DA78-B0D4-8BAA7805E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3388" y="1249363"/>
            <a:ext cx="5999162" cy="33750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38154A-64C4-0092-76A3-F230F01B1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47105C-0F92-6BD6-8C51-53D564A25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2391-08E6-46E2-B290-A4DC84D0700A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9645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38494-E881-CDCC-FD45-0375FFA3D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26E7CB-AAF7-A298-5C33-08BDF492B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3388" y="1249363"/>
            <a:ext cx="5999162" cy="33750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BE4FAD-7A68-14EE-0B9A-5A72E62BE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657941-A26A-2268-FD52-E43F52ED72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2391-08E6-46E2-B290-A4DC84D0700A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89950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E2438-5D04-376E-7E5A-D0E39B0BA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F22FC7-436C-956F-8F1A-EEEBEAC5F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3388" y="1249363"/>
            <a:ext cx="5999162" cy="33750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006188-08AB-80BF-2E13-F66F2D086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4EAE8F-6FB0-6ABA-71EE-A20BAFA3B2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2391-08E6-46E2-B290-A4DC84D0700A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0108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EB91A-59C5-45C4-1132-0DB098071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71F90D-5423-848E-A8D1-2FE076ABF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3388" y="1249363"/>
            <a:ext cx="5999162" cy="33750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537D50-A475-F423-EF26-D7F587441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8EE610-8A2D-0CB4-D923-65E3B2438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2391-08E6-46E2-B290-A4DC84D0700A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6391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E108E-4D76-0774-357A-BE29DE8BB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DA496F-D81D-3E9F-ECED-1D06541BF2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3388" y="1249363"/>
            <a:ext cx="5999162" cy="33750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95F0FE-E627-1D44-841D-49B1ED4C5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43C7AC-90D5-7E34-98B7-D2353A4A3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A2391-08E6-46E2-B290-A4DC84D0700A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5145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2.png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_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텍스트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648D97-BBAB-9881-51D5-3EB205BE8F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447" y="193273"/>
            <a:ext cx="1024829" cy="280616"/>
          </a:xfrm>
          <a:prstGeom prst="rect">
            <a:avLst/>
          </a:prstGeom>
        </p:spPr>
      </p:pic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CE7DDAC-DC8E-90DB-7C57-FBFD030C66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292377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7772400" imgH="10058400" progId="TCLayout.ActiveDocument.1">
                  <p:embed/>
                </p:oleObj>
              </mc:Choice>
              <mc:Fallback>
                <p:oleObj name="think-cell 슬라이드" r:id="rId4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E7DDAC-DC8E-90DB-7C57-FBFD030C66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B95D04A-EA32-4EBC-846B-6A4C76721B51}"/>
              </a:ext>
            </a:extLst>
          </p:cNvPr>
          <p:cNvSpPr/>
          <p:nvPr userDrawn="1"/>
        </p:nvSpPr>
        <p:spPr>
          <a:xfrm>
            <a:off x="417635" y="594173"/>
            <a:ext cx="8308730" cy="34289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51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C620E14F-A5AB-4187-9C63-20369FE143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37" y="1221582"/>
            <a:ext cx="8308731" cy="415499"/>
          </a:xfr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2700" b="1" i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defRPr>
            </a:lvl1pPr>
            <a:lvl2pPr marL="342892" indent="0">
              <a:buFontTx/>
              <a:buNone/>
              <a:defRPr/>
            </a:lvl2pPr>
            <a:lvl3pPr marL="685783" indent="0">
              <a:buFontTx/>
              <a:buNone/>
              <a:defRPr/>
            </a:lvl3pPr>
            <a:lvl4pPr marL="1028675" indent="0">
              <a:buFontTx/>
              <a:buNone/>
              <a:defRPr/>
            </a:lvl4pPr>
            <a:lvl5pPr marL="1371566" indent="0">
              <a:buFontTx/>
              <a:buNone/>
              <a:defRPr/>
            </a:lvl5pPr>
          </a:lstStyle>
          <a:p>
            <a:pPr lvl="0"/>
            <a:r>
              <a:rPr lang="en-US" altLang="ko-KR" dirty="0"/>
              <a:t>Cover Slide</a:t>
            </a:r>
            <a:endParaRPr lang="ko-KR" altLang="en-US" dirty="0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EE574B20-D3D8-4534-8257-EB2D57E8A6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637" y="1757365"/>
            <a:ext cx="8308731" cy="230833"/>
          </a:xfr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15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r>
              <a:rPr lang="en-US" altLang="ko-KR" dirty="0"/>
              <a:t>Subheading Level</a:t>
            </a:r>
            <a:endParaRPr lang="ko-KR" altLang="en-US" dirty="0"/>
          </a:p>
        </p:txBody>
      </p:sp>
      <p:sp>
        <p:nvSpPr>
          <p:cNvPr id="17" name="텍스트 개체 틀 15">
            <a:extLst>
              <a:ext uri="{FF2B5EF4-FFF2-40B4-BE49-F238E27FC236}">
                <a16:creationId xmlns:a16="http://schemas.microsoft.com/office/drawing/2014/main" id="{F7D884B5-132A-4959-9B9C-A17049BB36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635" y="2424697"/>
            <a:ext cx="1152626" cy="127262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  <a:lvl2pPr marL="342892" indent="0">
              <a:buFontTx/>
              <a:buNone/>
              <a:defRPr/>
            </a:lvl2pPr>
            <a:lvl3pPr marL="685783" indent="0">
              <a:buFontTx/>
              <a:buNone/>
              <a:defRPr/>
            </a:lvl3pPr>
            <a:lvl4pPr marL="1028675" indent="0">
              <a:buFontTx/>
              <a:buNone/>
              <a:defRPr/>
            </a:lvl4pPr>
            <a:lvl5pPr marL="1371566" indent="0">
              <a:buFontTx/>
              <a:buNone/>
              <a:defRPr/>
            </a:lvl5pPr>
          </a:lstStyle>
          <a:p>
            <a:pPr lvl="0"/>
            <a:r>
              <a:rPr lang="en-US" altLang="ko-KR" dirty="0"/>
              <a:t>0000.00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323003-95E2-4D96-9D7A-A9574B7A3504}"/>
              </a:ext>
            </a:extLst>
          </p:cNvPr>
          <p:cNvSpPr txBox="1"/>
          <p:nvPr userDrawn="1"/>
        </p:nvSpPr>
        <p:spPr>
          <a:xfrm>
            <a:off x="417637" y="4774944"/>
            <a:ext cx="830873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solidFill>
                  <a:schemeClr val="bg1">
                    <a:lumMod val="65000"/>
                  </a:schemeClr>
                </a:solidFill>
                <a:latin typeface="+mn-ea"/>
                <a:cs typeface="Noto Sans Blk" panose="020B0A02040504020204" pitchFamily="34"/>
              </a:rPr>
              <a:t>ⓒ </a:t>
            </a:r>
            <a:r>
              <a:rPr lang="en-US" altLang="ko-KR" sz="600" dirty="0" err="1">
                <a:solidFill>
                  <a:schemeClr val="bg1">
                    <a:lumMod val="65000"/>
                  </a:schemeClr>
                </a:solidFill>
                <a:latin typeface="+mn-ea"/>
                <a:cs typeface="Noto Sans Blk" panose="020B0A02040504020204" pitchFamily="34"/>
              </a:rPr>
              <a:t>RockPLACE</a:t>
            </a:r>
            <a:r>
              <a:rPr lang="en-US" altLang="ko-KR" sz="600" dirty="0">
                <a:solidFill>
                  <a:schemeClr val="bg1">
                    <a:lumMod val="65000"/>
                  </a:schemeClr>
                </a:solidFill>
                <a:latin typeface="+mn-ea"/>
                <a:cs typeface="Noto Sans Blk" panose="020B0A02040504020204" pitchFamily="34"/>
              </a:rPr>
              <a:t> All Rights Reserved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63FB2-186F-FFBD-E00E-485D315121BC}"/>
              </a:ext>
            </a:extLst>
          </p:cNvPr>
          <p:cNvSpPr txBox="1"/>
          <p:nvPr userDrawn="1"/>
        </p:nvSpPr>
        <p:spPr>
          <a:xfrm>
            <a:off x="3059723" y="101312"/>
            <a:ext cx="0" cy="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128585" indent="-128585" algn="l"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endParaRPr kumimoji="1" lang="ko-KR" altLang="en-US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8B8376-69BD-59E9-4B13-E11B15FF70EB}"/>
              </a:ext>
            </a:extLst>
          </p:cNvPr>
          <p:cNvSpPr txBox="1"/>
          <p:nvPr userDrawn="1"/>
        </p:nvSpPr>
        <p:spPr>
          <a:xfrm>
            <a:off x="5956389" y="264968"/>
            <a:ext cx="0" cy="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128585" indent="-128585" algn="l"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endParaRPr kumimoji="1"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499652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74" userDrawn="1">
          <p15:clr>
            <a:srgbClr val="FBAE40"/>
          </p15:clr>
        </p15:guide>
        <p15:guide id="2" pos="5497" userDrawn="1">
          <p15:clr>
            <a:srgbClr val="FBAE40"/>
          </p15:clr>
        </p15:guide>
        <p15:guide id="3" orient="horz" pos="3066" userDrawn="1">
          <p15:clr>
            <a:srgbClr val="FBAE40"/>
          </p15:clr>
        </p15:guide>
        <p15:guide id="4" pos="263" userDrawn="1">
          <p15:clr>
            <a:srgbClr val="FBAE40"/>
          </p15:clr>
        </p15:guide>
        <p15:guide id="5" orient="horz" pos="77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ver_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31FEE6B-F24E-97A3-FDA7-38F7CFE54F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972709"/>
              </p:ext>
            </p:extLst>
          </p:nvPr>
        </p:nvGraphicFramePr>
        <p:xfrm>
          <a:off x="1466" y="1191"/>
          <a:ext cx="1133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7772400" imgH="10058400" progId="TCLayout.ActiveDocument.1">
                  <p:embed/>
                </p:oleObj>
              </mc:Choice>
              <mc:Fallback>
                <p:oleObj name="think-cell 슬라이드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31FEE6B-F24E-97A3-FDA7-38F7CFE54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66" y="1191"/>
                        <a:ext cx="1133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그림 개체 틀 3">
            <a:extLst>
              <a:ext uri="{FF2B5EF4-FFF2-40B4-BE49-F238E27FC236}">
                <a16:creationId xmlns:a16="http://schemas.microsoft.com/office/drawing/2014/main" id="{F76C0BF3-BD0B-4CCD-AD23-52C1B96965C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" y="0"/>
            <a:ext cx="9144000" cy="514350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Insert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06772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5955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pos="285">
          <p15:clr>
            <a:srgbClr val="FBAE40"/>
          </p15:clr>
        </p15:guide>
        <p15:guide id="5" orient="horz" pos="572">
          <p15:clr>
            <a:srgbClr val="FBAE40"/>
          </p15:clr>
        </p15:guide>
        <p15:guide id="6" orient="horz" pos="2659">
          <p15:clr>
            <a:srgbClr val="FBAE40"/>
          </p15:clr>
        </p15:guide>
        <p15:guide id="7" orient="horz" pos="281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4E5B07B-2994-4959-6DEA-36F0EA5355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11662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7772400" imgH="10058400" progId="TCLayout.ActiveDocument.1">
                  <p:embed/>
                </p:oleObj>
              </mc:Choice>
              <mc:Fallback>
                <p:oleObj name="think-cell 슬라이드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4E5B07B-2994-4959-6DEA-36F0EA5355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B3DD915E-27E5-4FFF-AB26-3E9733AD85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6197" y="744876"/>
            <a:ext cx="8493953" cy="205295"/>
          </a:xfrm>
        </p:spPr>
        <p:txBody>
          <a:bodyPr wrap="none" lIns="0" tIns="0" rIns="0" bIns="0" anchor="t" anchorCtr="0">
            <a:noAutofit/>
          </a:bodyPr>
          <a:lstStyle>
            <a:lvl1pPr marL="0" indent="0">
              <a:buNone/>
              <a:defRPr sz="1500" b="1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altLang="ko-KR" dirty="0"/>
              <a:t>Level 1. Head Title</a:t>
            </a:r>
            <a:endParaRPr lang="ko-KR" altLang="en-US" dirty="0"/>
          </a:p>
        </p:txBody>
      </p:sp>
      <p:sp>
        <p:nvSpPr>
          <p:cNvPr id="19" name="텍스트 개체 틀 17">
            <a:extLst>
              <a:ext uri="{FF2B5EF4-FFF2-40B4-BE49-F238E27FC236}">
                <a16:creationId xmlns:a16="http://schemas.microsoft.com/office/drawing/2014/main" id="{516DBBB6-166D-4030-A829-31350D0FBF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6197" y="1017402"/>
            <a:ext cx="8493953" cy="123180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12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altLang="ko-KR" dirty="0"/>
              <a:t>Level 2. Sub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97D537-C075-451A-9534-5FBFC1FC5E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6197" y="1219221"/>
            <a:ext cx="8493953" cy="3455629"/>
          </a:xfrm>
        </p:spPr>
        <p:txBody>
          <a:bodyPr lIns="0" tIns="0" rIns="0" bIns="0">
            <a:normAutofit/>
          </a:bodyPr>
          <a:lstStyle>
            <a:lvl1pPr>
              <a:spcBef>
                <a:spcPts val="225"/>
              </a:spcBef>
              <a:spcAft>
                <a:spcPts val="225"/>
              </a:spcAft>
              <a:defRPr sz="10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  <a:lvl2pPr>
              <a:spcBef>
                <a:spcPts val="225"/>
              </a:spcBef>
              <a:spcAft>
                <a:spcPts val="225"/>
              </a:spcAft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spcBef>
                <a:spcPts val="225"/>
              </a:spcBef>
              <a:spcAft>
                <a:spcPts val="225"/>
              </a:spcAft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</a:lstStyle>
          <a:p>
            <a:pPr lvl="0"/>
            <a:r>
              <a:rPr lang="en-US" altLang="ko-KR" dirty="0"/>
              <a:t>Level 3. Body Text</a:t>
            </a:r>
          </a:p>
          <a:p>
            <a:pPr lvl="1"/>
            <a:r>
              <a:rPr lang="en-US" altLang="ko-KR" dirty="0"/>
              <a:t>Level 4. Body Text</a:t>
            </a:r>
          </a:p>
          <a:p>
            <a:pPr lvl="2"/>
            <a:r>
              <a:rPr lang="en-US" altLang="ko-KR" dirty="0"/>
              <a:t>Level 5. Body Text</a:t>
            </a:r>
          </a:p>
        </p:txBody>
      </p:sp>
      <p:cxnSp>
        <p:nvCxnSpPr>
          <p:cNvPr id="17" name="Straight Connector 11">
            <a:extLst>
              <a:ext uri="{FF2B5EF4-FFF2-40B4-BE49-F238E27FC236}">
                <a16:creationId xmlns:a16="http://schemas.microsoft.com/office/drawing/2014/main" id="{2067D9B2-4DC5-49A0-8E81-2DAD6284E90F}"/>
              </a:ext>
            </a:extLst>
          </p:cNvPr>
          <p:cNvCxnSpPr>
            <a:cxnSpLocks/>
          </p:cNvCxnSpPr>
          <p:nvPr userDrawn="1"/>
        </p:nvCxnSpPr>
        <p:spPr>
          <a:xfrm>
            <a:off x="323850" y="642220"/>
            <a:ext cx="8496300" cy="0"/>
          </a:xfrm>
          <a:prstGeom prst="line">
            <a:avLst/>
          </a:prstGeom>
          <a:ln>
            <a:solidFill>
              <a:srgbClr val="142C3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제목 3">
            <a:extLst>
              <a:ext uri="{FF2B5EF4-FFF2-40B4-BE49-F238E27FC236}">
                <a16:creationId xmlns:a16="http://schemas.microsoft.com/office/drawing/2014/main" id="{8FCB8117-28EF-4A6A-AA4C-A7E77FA7C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6197" y="313417"/>
            <a:ext cx="8493953" cy="230832"/>
          </a:xfrm>
        </p:spPr>
        <p:txBody>
          <a:bodyPr vert="horz"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defRPr sz="1800" b="1" i="0">
                <a:solidFill>
                  <a:schemeClr val="tx2"/>
                </a:solidFill>
                <a:latin typeface="Pretendar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defRPr>
            </a:lvl1pPr>
          </a:lstStyle>
          <a:p>
            <a:r>
              <a:rPr lang="ko-KR" altLang="en-US" sz="1500" b="1" dirty="0">
                <a:solidFill>
                  <a:srgbClr val="0C2D33"/>
                </a:solidFill>
                <a:latin typeface="+mj-ea"/>
                <a:cs typeface="Noto Sans Blk" panose="020B0A02040504020204" pitchFamily="34"/>
              </a:rPr>
              <a:t>타이틀을 입력하세요</a:t>
            </a:r>
            <a:r>
              <a:rPr lang="en-US" altLang="ko-KR" sz="1500" b="1" dirty="0">
                <a:solidFill>
                  <a:srgbClr val="0C2D33"/>
                </a:solidFill>
                <a:latin typeface="+mj-ea"/>
                <a:cs typeface="Noto Sans Blk" panose="020B0A02040504020204" pitchFamily="34"/>
              </a:rPr>
              <a:t>.</a:t>
            </a:r>
            <a:endParaRPr lang="ko-KR" altLang="en-US" dirty="0"/>
          </a:p>
        </p:txBody>
      </p:sp>
      <p:sp>
        <p:nvSpPr>
          <p:cNvPr id="21" name="텍스트 개체 틀 12">
            <a:extLst>
              <a:ext uri="{FF2B5EF4-FFF2-40B4-BE49-F238E27FC236}">
                <a16:creationId xmlns:a16="http://schemas.microsoft.com/office/drawing/2014/main" id="{DA4D8EE1-5305-44E5-B0FE-0D2C8B3BA5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6197" y="195265"/>
            <a:ext cx="8493953" cy="8691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r>
              <a:rPr lang="ko-KR" altLang="en-US" sz="600" dirty="0">
                <a:solidFill>
                  <a:srgbClr val="0C2D33"/>
                </a:solidFill>
                <a:latin typeface="+mn-lt"/>
                <a:cs typeface="Noto Sans Blk" panose="020B0A02040504020204" pitchFamily="34"/>
              </a:rPr>
              <a:t>목차를 입력하세요</a:t>
            </a:r>
            <a:r>
              <a:rPr lang="en-US" altLang="ko-KR" sz="600" dirty="0">
                <a:solidFill>
                  <a:srgbClr val="0C2D33"/>
                </a:solidFill>
                <a:latin typeface="+mn-lt"/>
                <a:cs typeface="Noto Sans Blk" panose="020B0A02040504020204" pitchFamily="34"/>
              </a:rPr>
              <a:t>.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4765A674-05C1-01CE-27DC-86115BB9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62750" y="4903296"/>
            <a:ext cx="2057400" cy="173831"/>
          </a:xfrm>
          <a:prstGeom prst="rect">
            <a:avLst/>
          </a:prstGeom>
        </p:spPr>
        <p:txBody>
          <a:bodyPr/>
          <a:lstStyle>
            <a:lvl1pPr algn="r">
              <a:defRPr sz="7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04A2A964-EE01-4185-80C2-49F17188B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7" name="Straight Connector 11">
            <a:extLst>
              <a:ext uri="{FF2B5EF4-FFF2-40B4-BE49-F238E27FC236}">
                <a16:creationId xmlns:a16="http://schemas.microsoft.com/office/drawing/2014/main" id="{701BA843-B22F-7927-D88D-B08B64863E7D}"/>
              </a:ext>
            </a:extLst>
          </p:cNvPr>
          <p:cNvCxnSpPr>
            <a:cxnSpLocks/>
          </p:cNvCxnSpPr>
          <p:nvPr userDrawn="1"/>
        </p:nvCxnSpPr>
        <p:spPr>
          <a:xfrm>
            <a:off x="323850" y="4867275"/>
            <a:ext cx="84963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그림 1" descr="그래픽, 폰트, 텍스트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ED0BC2-6699-7D16-F548-9CB7D53AC5B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694" y="143513"/>
            <a:ext cx="480109" cy="13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198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">
          <p15:clr>
            <a:srgbClr val="FBAE40"/>
          </p15:clr>
        </p15:guide>
        <p15:guide id="2" pos="5556">
          <p15:clr>
            <a:srgbClr val="FBAE40"/>
          </p15:clr>
        </p15:guide>
        <p15:guide id="3" pos="204">
          <p15:clr>
            <a:srgbClr val="FBAE40"/>
          </p15:clr>
        </p15:guide>
        <p15:guide id="5" orient="horz" pos="464">
          <p15:clr>
            <a:srgbClr val="FBAE40"/>
          </p15:clr>
        </p15:guide>
        <p15:guide id="6" orient="horz" pos="3003">
          <p15:clr>
            <a:srgbClr val="FBAE40"/>
          </p15:clr>
        </p15:guide>
        <p15:guide id="7" pos="2880">
          <p15:clr>
            <a:srgbClr val="FBAE40"/>
          </p15:clr>
        </p15:guide>
        <p15:guide id="8" pos="2776">
          <p15:clr>
            <a:srgbClr val="FBAE40"/>
          </p15:clr>
        </p15:guide>
        <p15:guide id="9" pos="2984">
          <p15:clr>
            <a:srgbClr val="FBAE40"/>
          </p15:clr>
        </p15:guide>
        <p15:guide id="10" orient="horz" pos="77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7CE8A06-CDE7-C9B8-41FC-D53CC3A91B8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064021977"/>
              </p:ext>
            </p:extLst>
          </p:nvPr>
        </p:nvGraphicFramePr>
        <p:xfrm>
          <a:off x="1193" y="1193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6" imgW="349" imgH="350" progId="TCLayout.ActiveDocument.1">
                  <p:embed/>
                </p:oleObj>
              </mc:Choice>
              <mc:Fallback>
                <p:oleObj name="think-cell 슬라이드" r:id="rId6" imgW="349" imgH="35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7CE8A06-CDE7-C9B8-41FC-D53CC3A91B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93" y="1193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CEAD62-5EDF-8B4F-D2F7-FD0F95F6A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93" y="193932"/>
            <a:ext cx="7561809" cy="23631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AD9A7-A470-4248-33C2-9AE6FF8B5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5992" y="1168006"/>
            <a:ext cx="8559402" cy="33754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2F25BEB-32C4-0492-2475-F1C4B17AEAE5}"/>
              </a:ext>
            </a:extLst>
          </p:cNvPr>
          <p:cNvGrpSpPr>
            <a:grpSpLocks/>
          </p:cNvGrpSpPr>
          <p:nvPr userDrawn="1"/>
        </p:nvGrpSpPr>
        <p:grpSpPr>
          <a:xfrm>
            <a:off x="3" y="4897675"/>
            <a:ext cx="9143999" cy="245828"/>
            <a:chOff x="0" y="6530229"/>
            <a:chExt cx="12191999" cy="32777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DC53A8D-FE22-665F-2404-A4CD8E92E2A3}"/>
                </a:ext>
              </a:extLst>
            </p:cNvPr>
            <p:cNvSpPr>
              <a:spLocks/>
            </p:cNvSpPr>
            <p:nvPr userDrawn="1"/>
          </p:nvSpPr>
          <p:spPr>
            <a:xfrm>
              <a:off x="0" y="6530229"/>
              <a:ext cx="5119084" cy="32777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endParaRPr lang="en-US" sz="1097">
                <a:latin typeface="+mn-lt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768E3BD-23D0-BFE8-A6E8-4B7A30A3918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935679" y="6530400"/>
              <a:ext cx="9256320" cy="327600"/>
            </a:xfrm>
            <a:custGeom>
              <a:avLst/>
              <a:gdLst>
                <a:gd name="connsiteX0" fmla="*/ 8923493 w 9256320"/>
                <a:gd name="connsiteY0" fmla="*/ 0 h 327771"/>
                <a:gd name="connsiteX1" fmla="*/ 0 w 9256320"/>
                <a:gd name="connsiteY1" fmla="*/ 0 h 327771"/>
                <a:gd name="connsiteX2" fmla="*/ 0 w 9256320"/>
                <a:gd name="connsiteY2" fmla="*/ 327770 h 327771"/>
                <a:gd name="connsiteX3" fmla="*/ 6940998 w 9256320"/>
                <a:gd name="connsiteY3" fmla="*/ 327770 h 327771"/>
                <a:gd name="connsiteX4" fmla="*/ 6940998 w 9256320"/>
                <a:gd name="connsiteY4" fmla="*/ 327771 h 327771"/>
                <a:gd name="connsiteX5" fmla="*/ 7199969 w 9256320"/>
                <a:gd name="connsiteY5" fmla="*/ 327771 h 327771"/>
                <a:gd name="connsiteX6" fmla="*/ 7732463 w 9256320"/>
                <a:gd name="connsiteY6" fmla="*/ 327771 h 327771"/>
                <a:gd name="connsiteX7" fmla="*/ 9256320 w 9256320"/>
                <a:gd name="connsiteY7" fmla="*/ 327771 h 32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56320" h="327771">
                  <a:moveTo>
                    <a:pt x="8923493" y="0"/>
                  </a:moveTo>
                  <a:lnTo>
                    <a:pt x="0" y="0"/>
                  </a:lnTo>
                  <a:lnTo>
                    <a:pt x="0" y="327770"/>
                  </a:lnTo>
                  <a:lnTo>
                    <a:pt x="6940998" y="327770"/>
                  </a:lnTo>
                  <a:lnTo>
                    <a:pt x="6940998" y="327771"/>
                  </a:lnTo>
                  <a:lnTo>
                    <a:pt x="7199969" y="327771"/>
                  </a:lnTo>
                  <a:lnTo>
                    <a:pt x="7732463" y="327771"/>
                  </a:lnTo>
                  <a:lnTo>
                    <a:pt x="9256320" y="3277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endParaRPr lang="en-US" sz="1097">
                <a:latin typeface="+mn-lt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338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816" r:id="rId2"/>
    <p:sldLayoutId id="2147483817" r:id="rId3"/>
  </p:sldLayoutIdLst>
  <p:hf hdr="0" ftr="0" dt="0"/>
  <p:txStyles>
    <p:titleStyle>
      <a:lvl1pPr algn="l" defTabSz="557199" rtl="0" eaLnBrk="1" latinLnBrk="0" hangingPunct="1">
        <a:lnSpc>
          <a:spcPct val="90000"/>
        </a:lnSpc>
        <a:spcBef>
          <a:spcPct val="0"/>
        </a:spcBef>
        <a:buNone/>
        <a:defRPr sz="1706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128" indent="-85128" algn="l" defTabSz="557199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199276" indent="-90932" algn="l" defTabSz="557199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302785" indent="-101573" algn="l" defTabSz="557199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418867" indent="-116083" algn="l" defTabSz="557199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531081" indent="-103508" algn="l" defTabSz="557199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532297" indent="-139301" algn="l" defTabSz="557199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7" kern="1200">
          <a:solidFill>
            <a:schemeClr val="tx1"/>
          </a:solidFill>
          <a:latin typeface="+mn-lt"/>
          <a:ea typeface="+mn-ea"/>
          <a:cs typeface="+mn-cs"/>
        </a:defRPr>
      </a:lvl6pPr>
      <a:lvl7pPr marL="1810896" indent="-139301" algn="l" defTabSz="557199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7" kern="1200">
          <a:solidFill>
            <a:schemeClr val="tx1"/>
          </a:solidFill>
          <a:latin typeface="+mn-lt"/>
          <a:ea typeface="+mn-ea"/>
          <a:cs typeface="+mn-cs"/>
        </a:defRPr>
      </a:lvl7pPr>
      <a:lvl8pPr marL="2089495" indent="-139301" algn="l" defTabSz="557199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7" kern="1200">
          <a:solidFill>
            <a:schemeClr val="tx1"/>
          </a:solidFill>
          <a:latin typeface="+mn-lt"/>
          <a:ea typeface="+mn-ea"/>
          <a:cs typeface="+mn-cs"/>
        </a:defRPr>
      </a:lvl8pPr>
      <a:lvl9pPr marL="2368095" indent="-139301" algn="l" defTabSz="557199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7199" rtl="0" eaLnBrk="1" latinLnBrk="0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1pPr>
      <a:lvl2pPr marL="278599" algn="l" defTabSz="557199" rtl="0" eaLnBrk="1" latinLnBrk="0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2pPr>
      <a:lvl3pPr marL="557199" algn="l" defTabSz="557199" rtl="0" eaLnBrk="1" latinLnBrk="0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3pPr>
      <a:lvl4pPr marL="835798" algn="l" defTabSz="557199" rtl="0" eaLnBrk="1" latinLnBrk="0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4pPr>
      <a:lvl5pPr marL="1114397" algn="l" defTabSz="557199" rtl="0" eaLnBrk="1" latinLnBrk="0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5pPr>
      <a:lvl6pPr marL="1392996" algn="l" defTabSz="557199" rtl="0" eaLnBrk="1" latinLnBrk="0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algn="l" defTabSz="557199" rtl="0" eaLnBrk="1" latinLnBrk="0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7pPr>
      <a:lvl8pPr marL="1950195" algn="l" defTabSz="557199" rtl="0" eaLnBrk="1" latinLnBrk="0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8pPr>
      <a:lvl9pPr marL="2228795" algn="l" defTabSz="557199" rtl="0" eaLnBrk="1" latinLnBrk="0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6" userDrawn="1">
          <p15:clr>
            <a:srgbClr val="F26B43"/>
          </p15:clr>
        </p15:guide>
        <p15:guide id="2" pos="237" userDrawn="1">
          <p15:clr>
            <a:srgbClr val="F26B43"/>
          </p15:clr>
        </p15:guide>
        <p15:guide id="3" pos="6873" userDrawn="1">
          <p15:clr>
            <a:srgbClr val="F26B43"/>
          </p15:clr>
        </p15:guide>
        <p15:guide id="5" orient="horz" pos="2862" userDrawn="1">
          <p15:clr>
            <a:srgbClr val="F26B43"/>
          </p15:clr>
        </p15:guide>
        <p15:guide id="6" orient="horz" pos="5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6" Type="http://schemas.openxmlformats.org/officeDocument/2006/relationships/image" Target="../media/image12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6" Type="http://schemas.openxmlformats.org/officeDocument/2006/relationships/image" Target="../media/image14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6" Type="http://schemas.openxmlformats.org/officeDocument/2006/relationships/image" Target="../media/image16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6" Type="http://schemas.openxmlformats.org/officeDocument/2006/relationships/image" Target="../media/image18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FEB4F-F639-C65C-AAD7-FF054F79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4E95D30-6A08-8437-7A59-009ED3D91AE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7772400" imgH="10058400" progId="TCLayout.ActiveDocument.1">
                  <p:embed/>
                </p:oleObj>
              </mc:Choice>
              <mc:Fallback>
                <p:oleObj name="think-cell 슬라이드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E95D30-6A08-8437-7A59-009ED3D91A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그림 개체 틀 13" descr="전자제품, 전자 공학, 회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794CA64-7CE1-D520-CFB3-088E543AA8A9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" r="8682"/>
          <a:stretch/>
        </p:blipFill>
        <p:spPr>
          <a:xfrm>
            <a:off x="1" y="0"/>
            <a:ext cx="9144000" cy="5143500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AB84B61-2B8B-2873-22F6-F7D7B37A79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4047893" cy="5143500"/>
          </a:xfrm>
          <a:prstGeom prst="rect">
            <a:avLst/>
          </a:prstGeom>
          <a:solidFill>
            <a:schemeClr val="accent1">
              <a:alpha val="93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bg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389F4E-8B93-5DEC-C6AE-046F8C32E310}"/>
              </a:ext>
            </a:extLst>
          </p:cNvPr>
          <p:cNvSpPr txBox="1"/>
          <p:nvPr/>
        </p:nvSpPr>
        <p:spPr>
          <a:xfrm>
            <a:off x="452438" y="1821655"/>
            <a:ext cx="930313" cy="2762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altLang="ko-KR" sz="1500" dirty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02</a:t>
            </a:r>
            <a:endParaRPr lang="ko-KR" altLang="en-US" sz="1500" dirty="0">
              <a:solidFill>
                <a:schemeClr val="bg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8CD5A7-B3A1-E22E-5F42-A51637514405}"/>
              </a:ext>
            </a:extLst>
          </p:cNvPr>
          <p:cNvSpPr txBox="1"/>
          <p:nvPr/>
        </p:nvSpPr>
        <p:spPr>
          <a:xfrm>
            <a:off x="452437" y="2163484"/>
            <a:ext cx="3332651" cy="11930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altLang="ko-KR" sz="3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Logging</a:t>
            </a:r>
          </a:p>
        </p:txBody>
      </p:sp>
      <p:pic>
        <p:nvPicPr>
          <p:cNvPr id="2" name="그림 1" descr="텍스트, 그래픽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3D9697-55F6-EFFE-3133-F0ADBBD860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4" t="29371" r="6674" b="29371"/>
          <a:stretch>
            <a:fillRect/>
          </a:stretch>
        </p:blipFill>
        <p:spPr>
          <a:xfrm>
            <a:off x="452437" y="4606149"/>
            <a:ext cx="930314" cy="31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44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EF4E3-51ED-FB62-60FF-353B6536F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777B212-AECD-EC73-B2DC-809D6BF9D16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858442" y="1192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7772400" imgH="10058400" progId="TCLayout.ActiveDocument.1">
                  <p:embed/>
                </p:oleObj>
              </mc:Choice>
              <mc:Fallback>
                <p:oleObj name="think-cell 슬라이드" r:id="rId4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777B212-AECD-EC73-B2DC-809D6BF9D1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8442" y="1192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55F96147-E45E-BE6A-8A5B-FB88249E4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62750" y="4903296"/>
            <a:ext cx="2057400" cy="173831"/>
          </a:xfrm>
        </p:spPr>
        <p:txBody>
          <a:bodyPr/>
          <a:lstStyle/>
          <a:p>
            <a:fld id="{04A2A964-EE01-4185-80C2-49F17188BBA4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90E0CE73-31DF-B9AC-4743-418DFBD874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sz="1300" dirty="0"/>
              <a:t>  OpenShift Logging</a:t>
            </a:r>
            <a:r>
              <a:rPr lang="ko-KR" altLang="en-US" sz="1300" dirty="0"/>
              <a:t>은 클러스터에서 발생하는 애플리케이션</a:t>
            </a:r>
            <a:r>
              <a:rPr lang="en-US" altLang="ko-KR" sz="1300" dirty="0"/>
              <a:t>/</a:t>
            </a:r>
            <a:r>
              <a:rPr lang="ko-KR" altLang="en-US" sz="1300" dirty="0"/>
              <a:t>인프라</a:t>
            </a:r>
            <a:r>
              <a:rPr lang="en-US" altLang="ko-KR" sz="1300" dirty="0"/>
              <a:t>/</a:t>
            </a:r>
            <a:r>
              <a:rPr lang="ko-KR" altLang="en-US" sz="1300" dirty="0"/>
              <a:t>감사</a:t>
            </a:r>
            <a:r>
              <a:rPr lang="en-US" altLang="ko-KR" sz="1300" dirty="0"/>
              <a:t>(Audit) </a:t>
            </a:r>
            <a:r>
              <a:rPr lang="ko-KR" altLang="en-US" sz="1300" dirty="0"/>
              <a:t>로그를 통합 수집</a:t>
            </a:r>
            <a:r>
              <a:rPr lang="en-US" altLang="ko-KR" sz="1300" dirty="0"/>
              <a:t>·</a:t>
            </a:r>
            <a:r>
              <a:rPr lang="ko-KR" altLang="en-US" sz="1300" dirty="0"/>
              <a:t>가공하고</a:t>
            </a:r>
            <a:r>
              <a:rPr lang="en-US" altLang="ko-KR" sz="1300" dirty="0"/>
              <a:t>, </a:t>
            </a:r>
            <a:r>
              <a:rPr lang="en-US" altLang="ko-KR" sz="1300" dirty="0" err="1"/>
              <a:t>LokiStack</a:t>
            </a:r>
            <a:r>
              <a:rPr lang="en-US" altLang="ko-KR" sz="1300" dirty="0"/>
              <a:t> </a:t>
            </a:r>
            <a:r>
              <a:rPr lang="ko-KR" altLang="en-US" sz="1300" dirty="0"/>
              <a:t>또는 </a:t>
            </a:r>
            <a:endParaRPr lang="en-US" altLang="ko-KR" sz="1300" dirty="0"/>
          </a:p>
          <a:p>
            <a:r>
              <a:rPr lang="ko-KR" altLang="en-US" sz="1300" dirty="0"/>
              <a:t>외부 시스템으로 전달해 검색</a:t>
            </a:r>
            <a:r>
              <a:rPr lang="en-US" altLang="ko-KR" sz="1300" dirty="0"/>
              <a:t>·</a:t>
            </a:r>
            <a:r>
              <a:rPr lang="ko-KR" altLang="en-US" sz="1300" dirty="0"/>
              <a:t>분석할 수 있게 하는 로깅 플랫폼입니다</a:t>
            </a:r>
            <a:r>
              <a:rPr lang="en-US" altLang="ko-KR" sz="1300" dirty="0"/>
              <a:t>.</a:t>
            </a:r>
            <a:endParaRPr lang="ko-KR" altLang="en-US" sz="1300" dirty="0">
              <a:latin typeface="Pretendard SemiBold" panose="02000503000000020004" pitchFamily="2" charset="-127"/>
              <a:ea typeface="Pretendard SemiBold" panose="02000503000000020004" pitchFamily="2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1B9807B-020B-BD36-6426-263032D72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73" y="323691"/>
            <a:ext cx="8308731" cy="276999"/>
          </a:xfrm>
        </p:spPr>
        <p:txBody>
          <a:bodyPr vert="horz"/>
          <a:lstStyle/>
          <a:p>
            <a:r>
              <a:rPr lang="en-US" altLang="ko-KR" dirty="0" err="1">
                <a:latin typeface="+mj-ea"/>
                <a:ea typeface="+mj-ea"/>
              </a:rPr>
              <a:t>Openshift</a:t>
            </a:r>
            <a:r>
              <a:rPr lang="en-US" altLang="ko-KR" dirty="0">
                <a:latin typeface="+mj-ea"/>
                <a:ea typeface="+mj-ea"/>
              </a:rPr>
              <a:t> Logging</a:t>
            </a:r>
            <a:endParaRPr lang="ko-KR" altLang="en-US" sz="1800" b="1" dirty="0">
              <a:latin typeface="+mj-ea"/>
              <a:ea typeface="+mj-ea"/>
              <a:cs typeface="Pretendard ExtraBold" panose="02000503000000020004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513562C-6460-5BB8-E24B-851AB23C9A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151BD3A-6AEE-6931-8043-55DC2675884C}"/>
              </a:ext>
            </a:extLst>
          </p:cNvPr>
          <p:cNvGrpSpPr/>
          <p:nvPr/>
        </p:nvGrpSpPr>
        <p:grpSpPr>
          <a:xfrm>
            <a:off x="323850" y="1224986"/>
            <a:ext cx="3240882" cy="206988"/>
            <a:chOff x="-1975555" y="2033819"/>
            <a:chExt cx="9016366" cy="275985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8FE40B36-E920-E6AC-A1AB-7A8C91A64274}"/>
                </a:ext>
              </a:extLst>
            </p:cNvPr>
            <p:cNvCxnSpPr>
              <a:cxnSpLocks/>
            </p:cNvCxnSpPr>
            <p:nvPr/>
          </p:nvCxnSpPr>
          <p:spPr>
            <a:xfrm>
              <a:off x="-1975555" y="2309804"/>
              <a:ext cx="6573217" cy="0"/>
            </a:xfrm>
            <a:prstGeom prst="line">
              <a:avLst/>
            </a:prstGeom>
            <a:ln w="952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23307D1-2C1F-CF65-69E4-90ED36874CBC}"/>
                </a:ext>
              </a:extLst>
            </p:cNvPr>
            <p:cNvSpPr txBox="1"/>
            <p:nvPr/>
          </p:nvSpPr>
          <p:spPr>
            <a:xfrm>
              <a:off x="-1960315" y="2033819"/>
              <a:ext cx="9001126" cy="243838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/>
            <a:p>
              <a:pPr>
                <a:spcBef>
                  <a:spcPts val="225"/>
                </a:spcBef>
                <a:spcAft>
                  <a:spcPts val="225"/>
                </a:spcAft>
              </a:pPr>
              <a:r>
                <a:rPr lang="ko-KR" altLang="en-US" sz="1200" b="1" dirty="0">
                  <a:latin typeface="Pretendard ExtraBold" panose="02000503000000020004" pitchFamily="2" charset="-127"/>
                  <a:ea typeface="Pretendard ExtraBold" panose="02000503000000020004" pitchFamily="2" charset="-127"/>
                  <a:cs typeface="Pretendard ExtraBold" panose="02000503000000020004" pitchFamily="2" charset="-127"/>
                </a:rPr>
                <a:t>로깅 아키텍처</a:t>
              </a:r>
            </a:p>
          </p:txBody>
        </p:sp>
      </p:grp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4A8A1EA-7DE4-190F-0F5D-83764FC49B4A}"/>
              </a:ext>
            </a:extLst>
          </p:cNvPr>
          <p:cNvSpPr/>
          <p:nvPr/>
        </p:nvSpPr>
        <p:spPr>
          <a:xfrm>
            <a:off x="459902" y="1847427"/>
            <a:ext cx="6013450" cy="197686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p:sp>
        <p:nvSpPr>
          <p:cNvPr id="88" name="Textplatzhalter 7">
            <a:extLst>
              <a:ext uri="{FF2B5EF4-FFF2-40B4-BE49-F238E27FC236}">
                <a16:creationId xmlns:a16="http://schemas.microsoft.com/office/drawing/2014/main" id="{76E0E403-8156-3AF6-AADB-F86655B57A96}"/>
              </a:ext>
            </a:extLst>
          </p:cNvPr>
          <p:cNvSpPr txBox="1">
            <a:spLocks/>
          </p:cNvSpPr>
          <p:nvPr/>
        </p:nvSpPr>
        <p:spPr bwMode="gray">
          <a:xfrm>
            <a:off x="459902" y="1608767"/>
            <a:ext cx="6013450" cy="21885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txBody>
          <a:bodyPr vert="horz" wrap="square" lIns="65813" tIns="43875" rIns="65813" bIns="43875" rtlCol="0" anchor="ctr">
            <a:no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1400">
                <a:solidFill>
                  <a:schemeClr val="tx2"/>
                </a:solidFill>
                <a:latin typeface="+mj-lt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 algn="ctr"/>
            <a:r>
              <a:rPr lang="en-US" sz="900" b="1" dirty="0" err="1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Openshift</a:t>
            </a:r>
            <a:r>
              <a:rPr lang="en-US" sz="9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Logging</a:t>
            </a:r>
          </a:p>
        </p:txBody>
      </p:sp>
      <p:sp>
        <p:nvSpPr>
          <p:cNvPr id="121" name="Textplatzhalter 7">
            <a:extLst>
              <a:ext uri="{FF2B5EF4-FFF2-40B4-BE49-F238E27FC236}">
                <a16:creationId xmlns:a16="http://schemas.microsoft.com/office/drawing/2014/main" id="{F19DC336-6405-1C35-2D78-B9CCCB405BA6}"/>
              </a:ext>
            </a:extLst>
          </p:cNvPr>
          <p:cNvSpPr txBox="1">
            <a:spLocks/>
          </p:cNvSpPr>
          <p:nvPr/>
        </p:nvSpPr>
        <p:spPr bwMode="gray">
          <a:xfrm>
            <a:off x="1736912" y="1991361"/>
            <a:ext cx="1044000" cy="25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txBody>
          <a:bodyPr vert="horz" wrap="square" lIns="65813" tIns="43875" rIns="65813" bIns="43875" rtlCol="0" anchor="ctr">
            <a:sp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algn="ctr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600" b="1">
                <a:solidFill>
                  <a:schemeClr val="tx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dirty="0"/>
              <a:t>Vector</a:t>
            </a:r>
            <a:br>
              <a:rPr lang="en-US" dirty="0"/>
            </a:br>
            <a:r>
              <a:rPr lang="en-US" dirty="0"/>
              <a:t>(Collector/</a:t>
            </a:r>
            <a:r>
              <a:rPr lang="en-US" dirty="0" err="1"/>
              <a:t>Promtail</a:t>
            </a:r>
            <a:r>
              <a:rPr lang="en-US" dirty="0"/>
              <a:t>)</a:t>
            </a:r>
          </a:p>
        </p:txBody>
      </p:sp>
      <p:sp>
        <p:nvSpPr>
          <p:cNvPr id="128" name="Textplatzhalter 7">
            <a:extLst>
              <a:ext uri="{FF2B5EF4-FFF2-40B4-BE49-F238E27FC236}">
                <a16:creationId xmlns:a16="http://schemas.microsoft.com/office/drawing/2014/main" id="{0C29B2A4-A548-DB8D-E8D6-E30C52A00DA1}"/>
              </a:ext>
            </a:extLst>
          </p:cNvPr>
          <p:cNvSpPr txBox="1">
            <a:spLocks/>
          </p:cNvSpPr>
          <p:nvPr/>
        </p:nvSpPr>
        <p:spPr bwMode="gray">
          <a:xfrm>
            <a:off x="2780912" y="2445750"/>
            <a:ext cx="1044000" cy="25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txBody>
          <a:bodyPr vert="horz" wrap="square" lIns="65813" tIns="43875" rIns="65813" bIns="43875" rtlCol="0" anchor="ctr">
            <a:sp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algn="ctr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600" b="1">
                <a:solidFill>
                  <a:schemeClr val="tx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dirty="0"/>
              <a:t> logging-</a:t>
            </a:r>
            <a:r>
              <a:rPr lang="en-US" dirty="0" err="1"/>
              <a:t>loki</a:t>
            </a:r>
            <a:r>
              <a:rPr lang="en-US" dirty="0"/>
              <a:t>-gateway</a:t>
            </a:r>
            <a:br>
              <a:rPr lang="en-US" dirty="0"/>
            </a:br>
            <a:r>
              <a:rPr lang="en-US" dirty="0"/>
              <a:t>(auth/tenant/routing)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C498129C-F7D1-AB45-FCB4-222EE4D49E02}"/>
              </a:ext>
            </a:extLst>
          </p:cNvPr>
          <p:cNvSpPr/>
          <p:nvPr/>
        </p:nvSpPr>
        <p:spPr>
          <a:xfrm>
            <a:off x="332901" y="1492250"/>
            <a:ext cx="6267452" cy="2574063"/>
          </a:xfrm>
          <a:prstGeom prst="rect">
            <a:avLst/>
          </a:prstGeom>
          <a:noFill/>
          <a:ln w="6350">
            <a:solidFill>
              <a:srgbClr val="777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p:sp>
        <p:nvSpPr>
          <p:cNvPr id="147" name="Textplatzhalter 7">
            <a:extLst>
              <a:ext uri="{FF2B5EF4-FFF2-40B4-BE49-F238E27FC236}">
                <a16:creationId xmlns:a16="http://schemas.microsoft.com/office/drawing/2014/main" id="{C9FB4824-1022-0D47-DDC2-62BBA7B2AE9F}"/>
              </a:ext>
            </a:extLst>
          </p:cNvPr>
          <p:cNvSpPr txBox="1">
            <a:spLocks/>
          </p:cNvSpPr>
          <p:nvPr/>
        </p:nvSpPr>
        <p:spPr bwMode="gray">
          <a:xfrm>
            <a:off x="3816663" y="1991361"/>
            <a:ext cx="1044000" cy="25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txBody>
          <a:bodyPr vert="horz" wrap="square" lIns="65813" tIns="43875" rIns="65813" bIns="43875" rtlCol="0" anchor="ctr">
            <a:sp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algn="ctr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600" b="1">
                <a:solidFill>
                  <a:schemeClr val="tx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dirty="0"/>
              <a:t>Console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 err="1"/>
              <a:t>LogQL</a:t>
            </a:r>
            <a:r>
              <a:rPr lang="en-US" dirty="0"/>
              <a:t> Query Request )</a:t>
            </a: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2E019C0D-AEB7-7F74-A72F-8005181BD06D}"/>
              </a:ext>
            </a:extLst>
          </p:cNvPr>
          <p:cNvGrpSpPr/>
          <p:nvPr/>
        </p:nvGrpSpPr>
        <p:grpSpPr>
          <a:xfrm>
            <a:off x="2383244" y="4175143"/>
            <a:ext cx="1190540" cy="589848"/>
            <a:chOff x="2771860" y="4101805"/>
            <a:chExt cx="1190540" cy="589848"/>
          </a:xfrm>
        </p:grpSpPr>
        <p:sp>
          <p:nvSpPr>
            <p:cNvPr id="149" name="순서도: 자기 디스크 148">
              <a:extLst>
                <a:ext uri="{FF2B5EF4-FFF2-40B4-BE49-F238E27FC236}">
                  <a16:creationId xmlns:a16="http://schemas.microsoft.com/office/drawing/2014/main" id="{07349BB0-4F11-FB2B-CD9A-65788C2CA5E7}"/>
                </a:ext>
              </a:extLst>
            </p:cNvPr>
            <p:cNvSpPr/>
            <p:nvPr/>
          </p:nvSpPr>
          <p:spPr>
            <a:xfrm>
              <a:off x="2771860" y="4367487"/>
              <a:ext cx="1190540" cy="324166"/>
            </a:xfrm>
            <a:prstGeom prst="flowChartMagneticDisk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rgbClr val="77777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br>
                <a:rPr lang="en-US" altLang="ko-KR" sz="700" b="1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700" b="1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chunks / index / </a:t>
              </a:r>
              <a:r>
                <a:rPr lang="en-US" altLang="ko-KR" sz="700" b="1" dirty="0" err="1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etc</a:t>
              </a:r>
              <a:endParaRPr lang="ko-KR" altLang="en-US" sz="700" b="1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48" name="순서도: 자기 디스크 147">
              <a:extLst>
                <a:ext uri="{FF2B5EF4-FFF2-40B4-BE49-F238E27FC236}">
                  <a16:creationId xmlns:a16="http://schemas.microsoft.com/office/drawing/2014/main" id="{DAE442F0-B6D1-EC63-C29C-7D4D5332026F}"/>
                </a:ext>
              </a:extLst>
            </p:cNvPr>
            <p:cNvSpPr/>
            <p:nvPr/>
          </p:nvSpPr>
          <p:spPr>
            <a:xfrm>
              <a:off x="2771860" y="4101805"/>
              <a:ext cx="1190540" cy="414115"/>
            </a:xfrm>
            <a:prstGeom prst="flowChartMagneticDisk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rgbClr val="77777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700" b="1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Object Storage</a:t>
              </a:r>
            </a:p>
            <a:p>
              <a:pPr algn="ctr"/>
              <a:r>
                <a:rPr lang="en-US" altLang="ko-KR" sz="700" b="1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 S3 / </a:t>
              </a:r>
              <a:r>
                <a:rPr lang="en-US" altLang="ko-KR" sz="700" b="1" dirty="0" err="1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MinIO</a:t>
              </a:r>
              <a:r>
                <a:rPr lang="en-US" altLang="ko-KR" sz="700" b="1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)</a:t>
              </a:r>
              <a:endParaRPr lang="ko-KR" altLang="en-US" sz="700" b="1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50" name="Textplatzhalter 7">
            <a:extLst>
              <a:ext uri="{FF2B5EF4-FFF2-40B4-BE49-F238E27FC236}">
                <a16:creationId xmlns:a16="http://schemas.microsoft.com/office/drawing/2014/main" id="{6A81CC05-3400-FFFE-A072-2C2EDDECFF28}"/>
              </a:ext>
            </a:extLst>
          </p:cNvPr>
          <p:cNvSpPr txBox="1">
            <a:spLocks/>
          </p:cNvSpPr>
          <p:nvPr/>
        </p:nvSpPr>
        <p:spPr bwMode="gray">
          <a:xfrm>
            <a:off x="1736912" y="2873952"/>
            <a:ext cx="1044000" cy="27327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txBody>
          <a:bodyPr vert="horz" wrap="square" lIns="65813" tIns="43875" rIns="65813" bIns="43875" rtlCol="0" anchor="ctr">
            <a:sp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algn="ctr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600" b="1">
                <a:solidFill>
                  <a:schemeClr val="tx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dirty="0"/>
              <a:t> logging-</a:t>
            </a:r>
            <a:r>
              <a:rPr lang="en-US" dirty="0" err="1"/>
              <a:t>loki</a:t>
            </a:r>
            <a:r>
              <a:rPr lang="en-US" dirty="0"/>
              <a:t>-</a:t>
            </a:r>
            <a:r>
              <a:rPr lang="en-US" altLang="ko-KR" dirty="0"/>
              <a:t>distributor</a:t>
            </a:r>
            <a:br>
              <a:rPr lang="en-US" dirty="0"/>
            </a:br>
            <a:r>
              <a:rPr lang="en-US" dirty="0"/>
              <a:t>(</a:t>
            </a:r>
            <a:r>
              <a:rPr lang="en-US" altLang="ko-KR" dirty="0"/>
              <a:t>Validate/Hash</a:t>
            </a:r>
            <a:r>
              <a:rPr lang="en-US" dirty="0"/>
              <a:t>)</a:t>
            </a:r>
          </a:p>
        </p:txBody>
      </p:sp>
      <p:sp>
        <p:nvSpPr>
          <p:cNvPr id="151" name="Textplatzhalter 7">
            <a:extLst>
              <a:ext uri="{FF2B5EF4-FFF2-40B4-BE49-F238E27FC236}">
                <a16:creationId xmlns:a16="http://schemas.microsoft.com/office/drawing/2014/main" id="{1BE4187D-B2A3-270B-CD4F-9C960A82729E}"/>
              </a:ext>
            </a:extLst>
          </p:cNvPr>
          <p:cNvSpPr txBox="1">
            <a:spLocks/>
          </p:cNvSpPr>
          <p:nvPr/>
        </p:nvSpPr>
        <p:spPr bwMode="gray">
          <a:xfrm>
            <a:off x="1736912" y="3449466"/>
            <a:ext cx="1044000" cy="27327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txBody>
          <a:bodyPr vert="horz" wrap="square" lIns="65813" tIns="43875" rIns="65813" bIns="43875" rtlCol="0" anchor="ctr">
            <a:sp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algn="ctr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600" b="1">
                <a:solidFill>
                  <a:schemeClr val="tx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dirty="0"/>
              <a:t> logging-</a:t>
            </a:r>
            <a:r>
              <a:rPr lang="en-US" dirty="0" err="1"/>
              <a:t>loki</a:t>
            </a:r>
            <a:r>
              <a:rPr lang="en-US" dirty="0"/>
              <a:t>-</a:t>
            </a:r>
            <a:r>
              <a:rPr lang="en-US" dirty="0" err="1"/>
              <a:t>ingester</a:t>
            </a:r>
            <a:br>
              <a:rPr lang="en-US" dirty="0"/>
            </a:br>
            <a:r>
              <a:rPr lang="en-US" dirty="0"/>
              <a:t>(</a:t>
            </a:r>
            <a:r>
              <a:rPr lang="en-US" altLang="ko-KR" dirty="0"/>
              <a:t>Buffer/Chunk</a:t>
            </a:r>
            <a:r>
              <a:rPr lang="en-US" dirty="0"/>
              <a:t>)</a:t>
            </a:r>
          </a:p>
        </p:txBody>
      </p:sp>
      <p:sp>
        <p:nvSpPr>
          <p:cNvPr id="152" name="Textplatzhalter 7">
            <a:extLst>
              <a:ext uri="{FF2B5EF4-FFF2-40B4-BE49-F238E27FC236}">
                <a16:creationId xmlns:a16="http://schemas.microsoft.com/office/drawing/2014/main" id="{62FEF433-877F-3391-FF5E-DCAA92FA3C32}"/>
              </a:ext>
            </a:extLst>
          </p:cNvPr>
          <p:cNvSpPr txBox="1">
            <a:spLocks/>
          </p:cNvSpPr>
          <p:nvPr/>
        </p:nvSpPr>
        <p:spPr bwMode="gray">
          <a:xfrm>
            <a:off x="3816117" y="2875406"/>
            <a:ext cx="1044273" cy="36560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txBody>
          <a:bodyPr vert="horz" wrap="square" lIns="65813" tIns="43875" rIns="65813" bIns="43875" rtlCol="0" anchor="ctr">
            <a:sp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algn="ctr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600" b="1">
                <a:solidFill>
                  <a:schemeClr val="tx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dirty="0"/>
              <a:t> logging-</a:t>
            </a:r>
            <a:r>
              <a:rPr lang="en-US" dirty="0" err="1"/>
              <a:t>loki</a:t>
            </a:r>
            <a:r>
              <a:rPr lang="en-US" dirty="0"/>
              <a:t>-</a:t>
            </a:r>
            <a:r>
              <a:rPr lang="en-US" altLang="ko-KR" dirty="0"/>
              <a:t>query-</a:t>
            </a:r>
            <a:r>
              <a:rPr lang="en-US" altLang="ko-KR" dirty="0" err="1"/>
              <a:t>fronend</a:t>
            </a:r>
            <a:br>
              <a:rPr lang="en-US" dirty="0"/>
            </a:br>
            <a:r>
              <a:rPr lang="en-US" dirty="0"/>
              <a:t>(</a:t>
            </a:r>
            <a:r>
              <a:rPr lang="en-US" altLang="ko-KR" dirty="0"/>
              <a:t>Queue/Split</a:t>
            </a:r>
            <a:r>
              <a:rPr lang="en-US" dirty="0"/>
              <a:t>)</a:t>
            </a:r>
          </a:p>
        </p:txBody>
      </p:sp>
      <p:sp>
        <p:nvSpPr>
          <p:cNvPr id="153" name="Textplatzhalter 7">
            <a:extLst>
              <a:ext uri="{FF2B5EF4-FFF2-40B4-BE49-F238E27FC236}">
                <a16:creationId xmlns:a16="http://schemas.microsoft.com/office/drawing/2014/main" id="{9D3E549B-46BF-73FC-D880-D3C6E8B00EC5}"/>
              </a:ext>
            </a:extLst>
          </p:cNvPr>
          <p:cNvSpPr txBox="1">
            <a:spLocks/>
          </p:cNvSpPr>
          <p:nvPr/>
        </p:nvSpPr>
        <p:spPr bwMode="gray">
          <a:xfrm>
            <a:off x="3816117" y="3449608"/>
            <a:ext cx="1044273" cy="27327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txBody>
          <a:bodyPr vert="horz" wrap="square" lIns="65813" tIns="43875" rIns="65813" bIns="43875" rtlCol="0" anchor="ctr">
            <a:sp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algn="ctr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600" b="1">
                <a:solidFill>
                  <a:schemeClr val="tx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dirty="0"/>
              <a:t> logging-</a:t>
            </a:r>
            <a:r>
              <a:rPr lang="en-US" dirty="0" err="1"/>
              <a:t>loki</a:t>
            </a:r>
            <a:r>
              <a:rPr lang="en-US" dirty="0"/>
              <a:t>-querier</a:t>
            </a:r>
            <a:br>
              <a:rPr lang="en-US" dirty="0"/>
            </a:br>
            <a:r>
              <a:rPr lang="en-US" dirty="0"/>
              <a:t>(</a:t>
            </a:r>
            <a:r>
              <a:rPr lang="en-US" altLang="ko-KR" dirty="0"/>
              <a:t>Execute </a:t>
            </a:r>
            <a:r>
              <a:rPr lang="en-US" altLang="ko-KR" dirty="0" err="1"/>
              <a:t>LogQL</a:t>
            </a:r>
            <a:r>
              <a:rPr lang="en-US" dirty="0"/>
              <a:t>)</a:t>
            </a:r>
          </a:p>
        </p:txBody>
      </p:sp>
      <p:cxnSp>
        <p:nvCxnSpPr>
          <p:cNvPr id="156" name="연결선: 꺾임 155">
            <a:extLst>
              <a:ext uri="{FF2B5EF4-FFF2-40B4-BE49-F238E27FC236}">
                <a16:creationId xmlns:a16="http://schemas.microsoft.com/office/drawing/2014/main" id="{EA5DC9EA-9583-0757-5105-D3CF740FE11D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76518" y="1822555"/>
            <a:ext cx="202389" cy="1044000"/>
          </a:xfrm>
          <a:prstGeom prst="bentConnector3">
            <a:avLst>
              <a:gd name="adj1" fmla="val 50000"/>
            </a:avLst>
          </a:prstGeom>
          <a:ln w="95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연결선: 꺾임 161">
            <a:extLst>
              <a:ext uri="{FF2B5EF4-FFF2-40B4-BE49-F238E27FC236}">
                <a16:creationId xmlns:a16="http://schemas.microsoft.com/office/drawing/2014/main" id="{4D35296B-6B74-D2C2-77A3-AB92463C99C2}"/>
              </a:ext>
            </a:extLst>
          </p:cNvPr>
          <p:cNvCxnSpPr>
            <a:cxnSpLocks/>
            <a:stCxn id="147" idx="2"/>
            <a:endCxn id="128" idx="0"/>
          </p:cNvCxnSpPr>
          <p:nvPr/>
        </p:nvCxnSpPr>
        <p:spPr>
          <a:xfrm rot="5400000">
            <a:off x="3719594" y="1826680"/>
            <a:ext cx="202389" cy="1035751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연결선: 꺾임 174">
            <a:extLst>
              <a:ext uri="{FF2B5EF4-FFF2-40B4-BE49-F238E27FC236}">
                <a16:creationId xmlns:a16="http://schemas.microsoft.com/office/drawing/2014/main" id="{7CEDBB47-B88A-490E-E4FB-7C71AC27011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03353" y="3383260"/>
            <a:ext cx="696200" cy="1301682"/>
          </a:xfrm>
          <a:prstGeom prst="bentConnector2">
            <a:avLst/>
          </a:prstGeom>
          <a:ln w="95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연결선: 꺾임 178">
            <a:extLst>
              <a:ext uri="{FF2B5EF4-FFF2-40B4-BE49-F238E27FC236}">
                <a16:creationId xmlns:a16="http://schemas.microsoft.com/office/drawing/2014/main" id="{ED83C1CA-65FE-7EAB-66BB-AFC1BDCD58E9}"/>
              </a:ext>
            </a:extLst>
          </p:cNvPr>
          <p:cNvCxnSpPr>
            <a:cxnSpLocks/>
            <a:endCxn id="149" idx="2"/>
          </p:cNvCxnSpPr>
          <p:nvPr/>
        </p:nvCxnSpPr>
        <p:spPr>
          <a:xfrm>
            <a:off x="853602" y="3684026"/>
            <a:ext cx="1529642" cy="918882"/>
          </a:xfrm>
          <a:prstGeom prst="bentConnector3">
            <a:avLst>
              <a:gd name="adj1" fmla="val 34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09675CC5-757B-6B1D-6C62-8EC310685074}"/>
              </a:ext>
            </a:extLst>
          </p:cNvPr>
          <p:cNvSpPr txBox="1"/>
          <p:nvPr/>
        </p:nvSpPr>
        <p:spPr>
          <a:xfrm>
            <a:off x="892644" y="4354055"/>
            <a:ext cx="9854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6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compact</a:t>
            </a:r>
            <a:r>
              <a:rPr lang="ko-KR" altLang="en-US" sz="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6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merge</a:t>
            </a:r>
            <a:r>
              <a:rPr lang="ko-KR" altLang="en-US" sz="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sz="6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async</a:t>
            </a:r>
            <a:r>
              <a:rPr lang="ko-KR" altLang="en-US" sz="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40EA8D35-BBE0-8227-F322-27202D417F38}"/>
              </a:ext>
            </a:extLst>
          </p:cNvPr>
          <p:cNvSpPr txBox="1"/>
          <p:nvPr/>
        </p:nvSpPr>
        <p:spPr>
          <a:xfrm>
            <a:off x="2060766" y="2344555"/>
            <a:ext cx="4390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WRITE</a:t>
            </a:r>
            <a:endParaRPr lang="ko-KR" altLang="en-US" sz="600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CA44637E-1657-2E1C-5E9F-58C7A208F227}"/>
              </a:ext>
            </a:extLst>
          </p:cNvPr>
          <p:cNvSpPr txBox="1"/>
          <p:nvPr/>
        </p:nvSpPr>
        <p:spPr>
          <a:xfrm>
            <a:off x="4111311" y="2344555"/>
            <a:ext cx="4390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READ</a:t>
            </a:r>
            <a:endParaRPr lang="ko-KR" altLang="en-US" sz="600" b="1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049" name="연결선: 꺾임 2048">
            <a:extLst>
              <a:ext uri="{FF2B5EF4-FFF2-40B4-BE49-F238E27FC236}">
                <a16:creationId xmlns:a16="http://schemas.microsoft.com/office/drawing/2014/main" id="{08A1EB41-E908-A8A2-321E-E334CC74BD37}"/>
              </a:ext>
            </a:extLst>
          </p:cNvPr>
          <p:cNvCxnSpPr>
            <a:cxnSpLocks/>
            <a:stCxn id="128" idx="1"/>
            <a:endCxn id="150" idx="0"/>
          </p:cNvCxnSpPr>
          <p:nvPr/>
        </p:nvCxnSpPr>
        <p:spPr>
          <a:xfrm rot="10800000" flipV="1">
            <a:off x="2258912" y="2571750"/>
            <a:ext cx="522000" cy="302202"/>
          </a:xfrm>
          <a:prstGeom prst="bentConnector2">
            <a:avLst/>
          </a:prstGeom>
          <a:ln w="95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2" name="연결선: 꺾임 2061">
            <a:extLst>
              <a:ext uri="{FF2B5EF4-FFF2-40B4-BE49-F238E27FC236}">
                <a16:creationId xmlns:a16="http://schemas.microsoft.com/office/drawing/2014/main" id="{75592B8A-4670-7233-D166-36D3BA3F41EE}"/>
              </a:ext>
            </a:extLst>
          </p:cNvPr>
          <p:cNvCxnSpPr>
            <a:cxnSpLocks/>
            <a:stCxn id="150" idx="2"/>
            <a:endCxn id="151" idx="0"/>
          </p:cNvCxnSpPr>
          <p:nvPr/>
        </p:nvCxnSpPr>
        <p:spPr>
          <a:xfrm>
            <a:off x="2258912" y="3147225"/>
            <a:ext cx="0" cy="302241"/>
          </a:xfrm>
          <a:prstGeom prst="straightConnector1">
            <a:avLst/>
          </a:prstGeom>
          <a:ln w="95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6" name="연결선: 꺾임 2065">
            <a:extLst>
              <a:ext uri="{FF2B5EF4-FFF2-40B4-BE49-F238E27FC236}">
                <a16:creationId xmlns:a16="http://schemas.microsoft.com/office/drawing/2014/main" id="{1EEF8733-E023-D7ED-9F49-AFFC1322A012}"/>
              </a:ext>
            </a:extLst>
          </p:cNvPr>
          <p:cNvCxnSpPr>
            <a:cxnSpLocks/>
            <a:stCxn id="151" idx="2"/>
            <a:endCxn id="148" idx="1"/>
          </p:cNvCxnSpPr>
          <p:nvPr/>
        </p:nvCxnSpPr>
        <p:spPr>
          <a:xfrm rot="16200000" flipH="1">
            <a:off x="2392511" y="3589140"/>
            <a:ext cx="452404" cy="719602"/>
          </a:xfrm>
          <a:prstGeom prst="bentConnector3">
            <a:avLst>
              <a:gd name="adj1" fmla="val 50000"/>
            </a:avLst>
          </a:prstGeom>
          <a:ln w="95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9" name="연결선: 꺾임 2068">
            <a:extLst>
              <a:ext uri="{FF2B5EF4-FFF2-40B4-BE49-F238E27FC236}">
                <a16:creationId xmlns:a16="http://schemas.microsoft.com/office/drawing/2014/main" id="{31C11B5A-61ED-72E9-D256-E8D4B07D88C6}"/>
              </a:ext>
            </a:extLst>
          </p:cNvPr>
          <p:cNvCxnSpPr>
            <a:cxnSpLocks/>
            <a:stCxn id="128" idx="3"/>
            <a:endCxn id="152" idx="0"/>
          </p:cNvCxnSpPr>
          <p:nvPr/>
        </p:nvCxnSpPr>
        <p:spPr>
          <a:xfrm>
            <a:off x="3824912" y="2571750"/>
            <a:ext cx="513342" cy="303656"/>
          </a:xfrm>
          <a:prstGeom prst="bentConnector2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8" name="연결선: 꺾임 2077">
            <a:extLst>
              <a:ext uri="{FF2B5EF4-FFF2-40B4-BE49-F238E27FC236}">
                <a16:creationId xmlns:a16="http://schemas.microsoft.com/office/drawing/2014/main" id="{27E9196E-A29A-6FE7-A449-EB01EF1ABA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36243" y="3343019"/>
            <a:ext cx="205297" cy="1279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9" name="연결선: 꺾임 2078">
            <a:extLst>
              <a:ext uri="{FF2B5EF4-FFF2-40B4-BE49-F238E27FC236}">
                <a16:creationId xmlns:a16="http://schemas.microsoft.com/office/drawing/2014/main" id="{24B74234-B636-C77F-6638-943725451970}"/>
              </a:ext>
            </a:extLst>
          </p:cNvPr>
          <p:cNvCxnSpPr>
            <a:cxnSpLocks/>
          </p:cNvCxnSpPr>
          <p:nvPr/>
        </p:nvCxnSpPr>
        <p:spPr>
          <a:xfrm rot="5400000">
            <a:off x="3603708" y="3269142"/>
            <a:ext cx="452262" cy="1359740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5" name="연결선: 꺾임 2084">
            <a:extLst>
              <a:ext uri="{FF2B5EF4-FFF2-40B4-BE49-F238E27FC236}">
                <a16:creationId xmlns:a16="http://schemas.microsoft.com/office/drawing/2014/main" id="{C4D86418-5AD4-D075-9D20-6B2720DACEAA}"/>
              </a:ext>
            </a:extLst>
          </p:cNvPr>
          <p:cNvCxnSpPr>
            <a:cxnSpLocks/>
            <a:stCxn id="153" idx="3"/>
            <a:endCxn id="2100" idx="0"/>
          </p:cNvCxnSpPr>
          <p:nvPr/>
        </p:nvCxnSpPr>
        <p:spPr>
          <a:xfrm flipV="1">
            <a:off x="4860390" y="3351288"/>
            <a:ext cx="987869" cy="234957"/>
          </a:xfrm>
          <a:prstGeom prst="bentConnector4">
            <a:avLst>
              <a:gd name="adj1" fmla="val 23573"/>
              <a:gd name="adj2" fmla="val 197294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0" name="Textplatzhalter 7">
            <a:extLst>
              <a:ext uri="{FF2B5EF4-FFF2-40B4-BE49-F238E27FC236}">
                <a16:creationId xmlns:a16="http://schemas.microsoft.com/office/drawing/2014/main" id="{2D13C9EA-6CFA-5563-A148-79F2F7880031}"/>
              </a:ext>
            </a:extLst>
          </p:cNvPr>
          <p:cNvSpPr txBox="1">
            <a:spLocks/>
          </p:cNvSpPr>
          <p:nvPr/>
        </p:nvSpPr>
        <p:spPr bwMode="gray">
          <a:xfrm>
            <a:off x="5326122" y="3351288"/>
            <a:ext cx="1044273" cy="36560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txBody>
          <a:bodyPr vert="horz" wrap="square" lIns="65813" tIns="43875" rIns="65813" bIns="43875" rtlCol="0" anchor="ctr">
            <a:sp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algn="ctr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600" b="1">
                <a:solidFill>
                  <a:schemeClr val="tx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dirty="0"/>
              <a:t> logging-</a:t>
            </a:r>
            <a:r>
              <a:rPr lang="en-US" dirty="0" err="1"/>
              <a:t>loki</a:t>
            </a:r>
            <a:r>
              <a:rPr lang="en-US" dirty="0"/>
              <a:t>-index-gateway</a:t>
            </a:r>
            <a:br>
              <a:rPr lang="en-US" dirty="0"/>
            </a:br>
            <a:r>
              <a:rPr lang="en-US" dirty="0"/>
              <a:t>(</a:t>
            </a:r>
            <a:r>
              <a:rPr lang="en-US" altLang="ko-KR" dirty="0"/>
              <a:t>sync index + </a:t>
            </a:r>
            <a:r>
              <a:rPr lang="en-US" altLang="ko-KR" dirty="0" err="1"/>
              <a:t>gRPC</a:t>
            </a:r>
            <a:r>
              <a:rPr lang="en-US" dirty="0"/>
              <a:t>)</a:t>
            </a:r>
          </a:p>
        </p:txBody>
      </p:sp>
      <p:cxnSp>
        <p:nvCxnSpPr>
          <p:cNvPr id="2109" name="연결선: 꺾임 2108">
            <a:extLst>
              <a:ext uri="{FF2B5EF4-FFF2-40B4-BE49-F238E27FC236}">
                <a16:creationId xmlns:a16="http://schemas.microsoft.com/office/drawing/2014/main" id="{EBF6222C-7F64-10B4-7DF7-32F14E42D248}"/>
              </a:ext>
            </a:extLst>
          </p:cNvPr>
          <p:cNvCxnSpPr>
            <a:cxnSpLocks/>
            <a:stCxn id="2100" idx="2"/>
            <a:endCxn id="148" idx="4"/>
          </p:cNvCxnSpPr>
          <p:nvPr/>
        </p:nvCxnSpPr>
        <p:spPr>
          <a:xfrm rot="5400000">
            <a:off x="4378369" y="2912310"/>
            <a:ext cx="665307" cy="2274475"/>
          </a:xfrm>
          <a:prstGeom prst="bentConnector2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" name="연결선: 꺾임 2119">
            <a:extLst>
              <a:ext uri="{FF2B5EF4-FFF2-40B4-BE49-F238E27FC236}">
                <a16:creationId xmlns:a16="http://schemas.microsoft.com/office/drawing/2014/main" id="{6AD9598B-2784-0976-F1E1-4E34E6FE2DEC}"/>
              </a:ext>
            </a:extLst>
          </p:cNvPr>
          <p:cNvCxnSpPr>
            <a:cxnSpLocks/>
            <a:stCxn id="153" idx="1"/>
            <a:endCxn id="151" idx="3"/>
          </p:cNvCxnSpPr>
          <p:nvPr/>
        </p:nvCxnSpPr>
        <p:spPr>
          <a:xfrm rot="10800000">
            <a:off x="2780913" y="3586103"/>
            <a:ext cx="1035205" cy="142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platzhalter 7">
            <a:extLst>
              <a:ext uri="{FF2B5EF4-FFF2-40B4-BE49-F238E27FC236}">
                <a16:creationId xmlns:a16="http://schemas.microsoft.com/office/drawing/2014/main" id="{C24C0DB6-D0C3-BAB8-DFB5-37B8D52C8446}"/>
              </a:ext>
            </a:extLst>
          </p:cNvPr>
          <p:cNvSpPr txBox="1">
            <a:spLocks/>
          </p:cNvSpPr>
          <p:nvPr/>
        </p:nvSpPr>
        <p:spPr bwMode="gray">
          <a:xfrm>
            <a:off x="559562" y="3449466"/>
            <a:ext cx="1044000" cy="27327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txBody>
          <a:bodyPr vert="horz" wrap="square" lIns="65813" tIns="43875" rIns="65813" bIns="43875" rtlCol="0" anchor="ctr">
            <a:spAutoFit/>
          </a:bodyPr>
          <a:lstStyle>
            <a:defPPr>
              <a:defRPr lang="en-US"/>
            </a:defPPr>
            <a:lvl1pPr indent="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Arial" pitchFamily="34" charset="0"/>
              <a:buNone/>
              <a:defRPr sz="1300">
                <a:ea typeface="Verdana" pitchFamily="34" charset="0"/>
                <a:cs typeface="Verdana" pitchFamily="34" charset="0"/>
              </a:defRPr>
            </a:lvl1pPr>
            <a:lvl2pPr marL="0" lvl="1" indent="0" algn="ctr" fontAlgn="base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 sz="600" b="1">
                <a:solidFill>
                  <a:schemeClr val="tx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2pPr>
            <a:lvl3pPr marL="361950" indent="-18415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3pPr>
            <a:lvl4pPr marL="5397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4pPr>
            <a:lvl5pPr marL="717550" indent="-177800" fontAlgn="base">
              <a:lnSpc>
                <a:spcPct val="95000"/>
              </a:lnSpc>
              <a:spcBef>
                <a:spcPts val="400"/>
              </a:spcBef>
              <a:spcAft>
                <a:spcPct val="0"/>
              </a:spcAft>
              <a:buFont typeface="Segoe UI" pitchFamily="34" charset="0"/>
              <a:buChar char="-"/>
              <a:defRPr sz="1300"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1"/>
            <a:r>
              <a:rPr lang="en-US" dirty="0"/>
              <a:t> logging-</a:t>
            </a:r>
            <a:r>
              <a:rPr lang="en-US" dirty="0" err="1"/>
              <a:t>loki</a:t>
            </a:r>
            <a:r>
              <a:rPr lang="en-US" dirty="0"/>
              <a:t>-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compactor</a:t>
            </a:r>
            <a:br>
              <a:rPr lang="en-US" dirty="0"/>
            </a:br>
            <a:r>
              <a:rPr lang="en-US" dirty="0"/>
              <a:t>(</a:t>
            </a:r>
            <a:r>
              <a:rPr lang="en-US" altLang="ko-KR" dirty="0"/>
              <a:t>Retention</a:t>
            </a:r>
            <a:r>
              <a:rPr lang="en-US" dirty="0"/>
              <a:t>)</a:t>
            </a:r>
          </a:p>
        </p:txBody>
      </p:sp>
      <p:sp>
        <p:nvSpPr>
          <p:cNvPr id="2138" name="TextBox 2137">
            <a:extLst>
              <a:ext uri="{FF2B5EF4-FFF2-40B4-BE49-F238E27FC236}">
                <a16:creationId xmlns:a16="http://schemas.microsoft.com/office/drawing/2014/main" id="{88CA1795-A84E-F27B-A76B-311848D1F9DA}"/>
              </a:ext>
            </a:extLst>
          </p:cNvPr>
          <p:cNvSpPr txBox="1"/>
          <p:nvPr/>
        </p:nvSpPr>
        <p:spPr>
          <a:xfrm>
            <a:off x="1438505" y="3802961"/>
            <a:ext cx="9854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Store chunks/metadata</a:t>
            </a:r>
            <a:endParaRPr lang="ko-KR" altLang="en-US" sz="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39" name="TextBox 2138">
            <a:extLst>
              <a:ext uri="{FF2B5EF4-FFF2-40B4-BE49-F238E27FC236}">
                <a16:creationId xmlns:a16="http://schemas.microsoft.com/office/drawing/2014/main" id="{1E5D7FB0-8857-5032-266E-F346FA3550DC}"/>
              </a:ext>
            </a:extLst>
          </p:cNvPr>
          <p:cNvSpPr txBox="1"/>
          <p:nvPr/>
        </p:nvSpPr>
        <p:spPr>
          <a:xfrm>
            <a:off x="1272131" y="3142329"/>
            <a:ext cx="906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Store chunks/metadata</a:t>
            </a:r>
            <a:endParaRPr lang="ko-KR" altLang="en-US" sz="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47" name="TextBox 2146">
            <a:extLst>
              <a:ext uri="{FF2B5EF4-FFF2-40B4-BE49-F238E27FC236}">
                <a16:creationId xmlns:a16="http://schemas.microsoft.com/office/drawing/2014/main" id="{AF4AA291-F1E2-334D-675F-DA6F96BF6F5C}"/>
              </a:ext>
            </a:extLst>
          </p:cNvPr>
          <p:cNvSpPr txBox="1"/>
          <p:nvPr/>
        </p:nvSpPr>
        <p:spPr>
          <a:xfrm>
            <a:off x="5048618" y="2918255"/>
            <a:ext cx="90657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Index lookups</a:t>
            </a:r>
            <a:endParaRPr lang="ko-KR" altLang="en-US" sz="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149" name="그룹 2148">
            <a:extLst>
              <a:ext uri="{FF2B5EF4-FFF2-40B4-BE49-F238E27FC236}">
                <a16:creationId xmlns:a16="http://schemas.microsoft.com/office/drawing/2014/main" id="{1B765D2F-FF54-BA7F-13B8-4EE5213FFBC3}"/>
              </a:ext>
            </a:extLst>
          </p:cNvPr>
          <p:cNvGrpSpPr/>
          <p:nvPr/>
        </p:nvGrpSpPr>
        <p:grpSpPr>
          <a:xfrm>
            <a:off x="6729953" y="1608767"/>
            <a:ext cx="2057400" cy="2392855"/>
            <a:chOff x="6762750" y="1736767"/>
            <a:chExt cx="2057400" cy="2392855"/>
          </a:xfrm>
        </p:grpSpPr>
        <p:sp>
          <p:nvSpPr>
            <p:cNvPr id="2150" name="Textplatzhalter 7">
              <a:extLst>
                <a:ext uri="{FF2B5EF4-FFF2-40B4-BE49-F238E27FC236}">
                  <a16:creationId xmlns:a16="http://schemas.microsoft.com/office/drawing/2014/main" id="{8F013E28-847C-0977-E9A3-BD08B766E850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6762750" y="1736767"/>
              <a:ext cx="2057400" cy="27504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rgbClr val="ADADAD"/>
              </a:solidFill>
            </a:ln>
          </p:spPr>
          <p:txBody>
            <a:bodyPr vert="horz" wrap="square" lIns="65813" tIns="43875" rIns="65813" bIns="43875" rtlCol="0" anchor="ctr">
              <a:noAutofit/>
            </a:bodyPr>
            <a:lstStyle>
              <a:defPPr>
                <a:defRPr lang="en-US"/>
              </a:defPPr>
              <a:lvl1pPr indent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Arial" pitchFamily="34" charset="0"/>
                <a:buNone/>
                <a:defRPr sz="1300">
                  <a:ea typeface="Verdana" pitchFamily="34" charset="0"/>
                  <a:cs typeface="Verdana" pitchFamily="34" charset="0"/>
                </a:defRPr>
              </a:lvl1pPr>
              <a:lvl2pPr marL="0" lvl="1" indent="0" fontAlgn="base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None/>
                <a:defRPr sz="1400">
                  <a:solidFill>
                    <a:schemeClr val="tx2"/>
                  </a:solidFill>
                  <a:latin typeface="+mj-lt"/>
                </a:defRPr>
              </a:lvl2pPr>
              <a:lvl3pPr marL="361950" indent="-18415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>
                  <a:ea typeface="Verdana" pitchFamily="34" charset="0"/>
                  <a:cs typeface="Verdana" pitchFamily="34" charset="0"/>
                </a:defRPr>
              </a:lvl3pPr>
              <a:lvl4pPr marL="539750" indent="-17780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>
                  <a:ea typeface="Verdana" pitchFamily="34" charset="0"/>
                  <a:cs typeface="Verdana" pitchFamily="34" charset="0"/>
                </a:defRPr>
              </a:lvl4pPr>
              <a:lvl5pPr marL="717550" indent="-17780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>
                  <a:ea typeface="Verdana" pitchFamily="34" charset="0"/>
                  <a:cs typeface="Verdana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lvl="1" algn="ctr"/>
              <a:r>
                <a:rPr lang="ko-KR" altLang="en-US" sz="975" b="1" dirty="0"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구성 정책 상세</a:t>
              </a:r>
              <a:endParaRPr lang="en-US" sz="975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sp>
          <p:nvSpPr>
            <p:cNvPr id="2151" name="Textplatzhalter 7">
              <a:extLst>
                <a:ext uri="{FF2B5EF4-FFF2-40B4-BE49-F238E27FC236}">
                  <a16:creationId xmlns:a16="http://schemas.microsoft.com/office/drawing/2014/main" id="{2AA14448-4E12-6CC8-476B-A82820B49F7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6762750" y="2011811"/>
              <a:ext cx="2057400" cy="2117811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65813" tIns="43875" rIns="65813" bIns="43875" rtlCol="0" anchor="t" anchorCtr="0">
              <a:noAutofit/>
            </a:bodyPr>
            <a:lstStyle>
              <a:defPPr>
                <a:defRPr lang="en-US"/>
              </a:defPPr>
              <a:lvl1pPr indent="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Arial" pitchFamily="34" charset="0"/>
                <a:buNone/>
                <a:defRPr sz="1300">
                  <a:ea typeface="Verdana" pitchFamily="34" charset="0"/>
                  <a:cs typeface="Verdana" pitchFamily="34" charset="0"/>
                </a:defRPr>
              </a:lvl1pPr>
              <a:lvl2pPr marL="0" lvl="1" indent="0" fontAlgn="base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None/>
                <a:defRPr sz="1400">
                  <a:solidFill>
                    <a:schemeClr val="tx2"/>
                  </a:solidFill>
                  <a:latin typeface="+mj-lt"/>
                </a:defRPr>
              </a:lvl2pPr>
              <a:lvl3pPr marL="361950" indent="-18415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>
                  <a:ea typeface="Verdana" pitchFamily="34" charset="0"/>
                  <a:cs typeface="Verdana" pitchFamily="34" charset="0"/>
                </a:defRPr>
              </a:lvl3pPr>
              <a:lvl4pPr marL="539750" indent="-17780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>
                  <a:ea typeface="Verdana" pitchFamily="34" charset="0"/>
                  <a:cs typeface="Verdana" pitchFamily="34" charset="0"/>
                </a:defRPr>
              </a:lvl4pPr>
              <a:lvl5pPr marL="717550" indent="-177800" fontAlgn="base">
                <a:lnSpc>
                  <a:spcPct val="95000"/>
                </a:lnSpc>
                <a:spcBef>
                  <a:spcPts val="400"/>
                </a:spcBef>
                <a:spcAft>
                  <a:spcPct val="0"/>
                </a:spcAft>
                <a:buFont typeface="Segoe UI" pitchFamily="34" charset="0"/>
                <a:buChar char="-"/>
                <a:defRPr sz="1300">
                  <a:ea typeface="Verdana" pitchFamily="34" charset="0"/>
                  <a:cs typeface="Verdana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lvl="1"/>
              <a:r>
                <a:rPr lang="en-US" sz="9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1. </a:t>
              </a:r>
              <a:r>
                <a:rPr lang="ko-KR" altLang="en-US" sz="9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수집기를 통한 로그 수집</a:t>
              </a:r>
              <a:endParaRPr lang="en-US" sz="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lvl="1"/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- </a:t>
              </a:r>
              <a:r>
                <a:rPr lang="ko-KR" altLang="en-US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수집기는 클러스터 내 모든 노드에서 실행</a:t>
              </a:r>
              <a:b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</a:t>
              </a:r>
              <a:r>
                <a:rPr lang="ko-KR" altLang="en-US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되며 각 노드의 </a:t>
              </a:r>
              <a:r>
                <a:rPr lang="en-US" altLang="ko-KR" sz="90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application,infra,audit</a:t>
              </a:r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b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</a:t>
              </a:r>
              <a:r>
                <a:rPr lang="ko-KR" altLang="en-US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로그를 수집</a:t>
              </a:r>
              <a:endParaRPr lang="en-US" sz="9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lvl="1"/>
              <a:r>
                <a:rPr lang="en-US" sz="9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2. </a:t>
              </a:r>
              <a:r>
                <a:rPr lang="ko-KR" altLang="en-US" sz="9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로그 저장소</a:t>
              </a:r>
              <a:endParaRPr lang="en-US" sz="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lvl="1"/>
              <a:r>
                <a:rPr lang="en-US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- Loki</a:t>
              </a:r>
              <a:r>
                <a:rPr lang="ko-KR" altLang="en-US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는 오브젝트 스토리지가 필수적으로 </a:t>
              </a:r>
              <a:b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</a:t>
              </a:r>
              <a:r>
                <a:rPr lang="ko-KR" altLang="en-US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필요</a:t>
              </a:r>
              <a:endParaRPr lang="en-US" altLang="ko-KR" sz="9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lvl="1"/>
              <a:r>
                <a:rPr lang="en-US" sz="9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3. </a:t>
              </a:r>
              <a:r>
                <a:rPr lang="ko-KR" altLang="en-US" sz="9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웹 </a:t>
              </a:r>
              <a:r>
                <a:rPr lang="en-US" altLang="ko-KR" sz="9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UI </a:t>
              </a:r>
              <a:r>
                <a:rPr lang="ko-KR" altLang="en-US" sz="9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를 통한 로그 모니터링</a:t>
              </a:r>
              <a:endParaRPr lang="en-US" sz="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lvl="1"/>
              <a:r>
                <a:rPr lang="en-US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- </a:t>
              </a:r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Cluster logging Operator</a:t>
              </a:r>
              <a:r>
                <a:rPr lang="ko-KR" altLang="en-US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 제공하는 </a:t>
              </a:r>
              <a:b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</a:t>
              </a:r>
              <a:r>
                <a:rPr lang="ko-KR" altLang="en-US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웹 콘솔 </a:t>
              </a:r>
              <a:r>
                <a:rPr lang="ko-KR" altLang="en-US" sz="90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프러그인을</a:t>
              </a:r>
              <a:r>
                <a:rPr lang="ko-KR" altLang="en-US" sz="9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통해 로그 조회</a:t>
              </a:r>
              <a:endParaRPr lang="en-US" sz="9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128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6C693-2232-1127-91CC-D42D4C8B5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9D72A04-DD44-89DA-492B-7095DF4E31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858442" y="1192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7772400" imgH="10058400" progId="TCLayout.ActiveDocument.1">
                  <p:embed/>
                </p:oleObj>
              </mc:Choice>
              <mc:Fallback>
                <p:oleObj name="think-cell 슬라이드" r:id="rId4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D72A04-DD44-89DA-492B-7095DF4E31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8442" y="1192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F05F0E80-1D99-E5A9-EB37-636B3A3EE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62750" y="4903296"/>
            <a:ext cx="2057400" cy="173831"/>
          </a:xfrm>
        </p:spPr>
        <p:txBody>
          <a:bodyPr/>
          <a:lstStyle/>
          <a:p>
            <a:fld id="{04A2A964-EE01-4185-80C2-49F17188BBA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89250CA9-5EAC-4F98-1DAB-9517D7974E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sz="1300" dirty="0"/>
              <a:t>  OpenShift Container Platform 4.20</a:t>
            </a:r>
            <a:r>
              <a:rPr lang="ko-KR" altLang="en-US" sz="1300" dirty="0"/>
              <a:t>에서 </a:t>
            </a:r>
            <a:r>
              <a:rPr lang="en-US" altLang="ko-KR" sz="1300" dirty="0"/>
              <a:t>OpenShift Logging 6.4(</a:t>
            </a:r>
            <a:r>
              <a:rPr lang="en-US" altLang="ko-KR" sz="1300" dirty="0" err="1"/>
              <a:t>LokiStack</a:t>
            </a:r>
            <a:r>
              <a:rPr lang="en-US" altLang="ko-KR" sz="1300" dirty="0"/>
              <a:t> </a:t>
            </a:r>
            <a:r>
              <a:rPr lang="ko-KR" altLang="en-US" sz="1300" dirty="0"/>
              <a:t>기반</a:t>
            </a:r>
            <a:r>
              <a:rPr lang="en-US" altLang="ko-KR" sz="1300" dirty="0"/>
              <a:t>)</a:t>
            </a:r>
            <a:r>
              <a:rPr lang="ko-KR" altLang="en-US" sz="1300" dirty="0"/>
              <a:t>는 기본적으로 다음 구성 요소로 </a:t>
            </a:r>
            <a:endParaRPr lang="en-US" altLang="ko-KR" sz="1300" dirty="0"/>
          </a:p>
          <a:p>
            <a:r>
              <a:rPr lang="ko-KR" altLang="en-US" sz="1300" dirty="0"/>
              <a:t>구성됩니다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0279AB-A7F6-6589-F4F3-E866A812C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73" y="323691"/>
            <a:ext cx="8308731" cy="276999"/>
          </a:xfrm>
        </p:spPr>
        <p:txBody>
          <a:bodyPr vert="horz"/>
          <a:lstStyle/>
          <a:p>
            <a:r>
              <a:rPr lang="en-US" altLang="ko-KR" dirty="0" err="1">
                <a:latin typeface="+mj-ea"/>
                <a:ea typeface="+mj-ea"/>
              </a:rPr>
              <a:t>Openshift</a:t>
            </a:r>
            <a:r>
              <a:rPr lang="en-US" altLang="ko-KR" dirty="0">
                <a:latin typeface="+mj-ea"/>
                <a:ea typeface="+mj-ea"/>
              </a:rPr>
              <a:t> Logging</a:t>
            </a:r>
            <a:endParaRPr lang="ko-KR" altLang="en-US" sz="1800" b="1" dirty="0">
              <a:latin typeface="+mj-ea"/>
              <a:ea typeface="+mj-ea"/>
              <a:cs typeface="Pretendard ExtraBold" panose="02000503000000020004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663476A-7300-5AC7-AB9B-950EAC9893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882FE7D-048F-BAFE-4468-7D161E29DDFD}"/>
              </a:ext>
            </a:extLst>
          </p:cNvPr>
          <p:cNvGrpSpPr/>
          <p:nvPr/>
        </p:nvGrpSpPr>
        <p:grpSpPr>
          <a:xfrm>
            <a:off x="323850" y="1224986"/>
            <a:ext cx="3240882" cy="206988"/>
            <a:chOff x="-1975555" y="2033819"/>
            <a:chExt cx="9016366" cy="275985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9A30C66D-E57C-C9C5-DF44-4B347216A07D}"/>
                </a:ext>
              </a:extLst>
            </p:cNvPr>
            <p:cNvCxnSpPr>
              <a:cxnSpLocks/>
            </p:cNvCxnSpPr>
            <p:nvPr/>
          </p:nvCxnSpPr>
          <p:spPr>
            <a:xfrm>
              <a:off x="-1975555" y="2309804"/>
              <a:ext cx="6573217" cy="0"/>
            </a:xfrm>
            <a:prstGeom prst="line">
              <a:avLst/>
            </a:prstGeom>
            <a:ln w="952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37AA72B-2D45-DD11-438F-FB4C65FF13F6}"/>
                </a:ext>
              </a:extLst>
            </p:cNvPr>
            <p:cNvSpPr txBox="1"/>
            <p:nvPr/>
          </p:nvSpPr>
          <p:spPr>
            <a:xfrm>
              <a:off x="-1960315" y="2033819"/>
              <a:ext cx="9001126" cy="243838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/>
            <a:p>
              <a:pPr>
                <a:spcBef>
                  <a:spcPts val="225"/>
                </a:spcBef>
                <a:spcAft>
                  <a:spcPts val="225"/>
                </a:spcAft>
              </a:pPr>
              <a:r>
                <a:rPr lang="ko-KR" altLang="en-US" sz="1200" b="1" dirty="0">
                  <a:latin typeface="Pretendard ExtraBold" panose="02000503000000020004" pitchFamily="2" charset="-127"/>
                  <a:ea typeface="Pretendard ExtraBold" panose="02000503000000020004" pitchFamily="2" charset="-127"/>
                  <a:cs typeface="Pretendard ExtraBold" panose="02000503000000020004" pitchFamily="2" charset="-127"/>
                </a:rPr>
                <a:t>로깅 스택 주요 구성 요소</a:t>
              </a: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A12C968-2D84-3103-CCAF-7F891A14E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910132"/>
              </p:ext>
            </p:extLst>
          </p:nvPr>
        </p:nvGraphicFramePr>
        <p:xfrm>
          <a:off x="323850" y="1519509"/>
          <a:ext cx="8496300" cy="330073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33525">
                  <a:extLst>
                    <a:ext uri="{9D8B030D-6E8A-4147-A177-3AD203B41FA5}">
                      <a16:colId xmlns:a16="http://schemas.microsoft.com/office/drawing/2014/main" val="1888625134"/>
                    </a:ext>
                  </a:extLst>
                </a:gridCol>
                <a:gridCol w="6962775">
                  <a:extLst>
                    <a:ext uri="{9D8B030D-6E8A-4147-A177-3AD203B41FA5}">
                      <a16:colId xmlns:a16="http://schemas.microsoft.com/office/drawing/2014/main" val="3980439716"/>
                    </a:ext>
                  </a:extLst>
                </a:gridCol>
              </a:tblGrid>
              <a:tr h="237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구성 요소</a:t>
                      </a:r>
                    </a:p>
                  </a:txBody>
                  <a:tcPr marL="39641" marR="39641" marT="19821" marB="198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C66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설명</a:t>
                      </a:r>
                    </a:p>
                  </a:txBody>
                  <a:tcPr marL="39641" marR="39641" marT="19821" marB="198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C66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38936"/>
                  </a:ext>
                </a:extLst>
              </a:tr>
              <a:tr h="4665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logging-</a:t>
                      </a:r>
                      <a:r>
                        <a:rPr lang="en-US" sz="700" b="1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loki</a:t>
                      </a:r>
                      <a:r>
                        <a:rPr lang="en-US" sz="7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-gateway</a:t>
                      </a:r>
                    </a:p>
                  </a:txBody>
                  <a:tcPr marL="39641" marR="39641" marT="19821" marB="198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19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Promtail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또는 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Vector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같은 로그 에이전트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 로그를 전송할 때 접속하는 </a:t>
                      </a:r>
                      <a:r>
                        <a:rPr lang="en-US" altLang="ko-KR" sz="80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LokiStack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의 단일 </a:t>
                      </a:r>
                      <a:r>
                        <a:rPr lang="ko-KR" altLang="en-US" sz="80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진입점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(Endpoint)</a:t>
                      </a:r>
                    </a:p>
                    <a:p>
                      <a:pPr marL="0" marR="0" lvl="0" indent="0" algn="l" defTabSz="55719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Gateway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는 들어온 요청을 수신한 뒤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요청 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URL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 </a:t>
                      </a:r>
                      <a:r>
                        <a:rPr lang="ko-KR" altLang="en-US" sz="80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테넌트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정보를 기준으로 적절한 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Loki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구성요소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distributor, querier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로 라우팅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프록시하여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로그 수집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(Push)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 조회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(Query)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 올바르게 처리</a:t>
                      </a:r>
                      <a:endParaRPr lang="en-US" altLang="ko-KR" sz="80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9641" marR="39641" marT="19821" marB="198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3581731"/>
                  </a:ext>
                </a:extLst>
              </a:tr>
              <a:tr h="4665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logging-</a:t>
                      </a:r>
                      <a:r>
                        <a:rPr lang="en-US" sz="700" b="1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loki</a:t>
                      </a:r>
                      <a:r>
                        <a:rPr lang="en-US" sz="7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-distributor</a:t>
                      </a:r>
                    </a:p>
                  </a:txBody>
                  <a:tcPr marL="39641" marR="39641" marT="19821" marB="198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client(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로그 에이전트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로부터 들어오는 로그 스트림을 최초로 받아 처리하는 컴포넌트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Loki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의 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Write 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경로에서 첫 단계를 담당하며 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distributor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는 수신한 스트림을 대상으로 형식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정합성 검사와 함께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테넌트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또는 전역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기준으로 설정된 제한을 만족하는지를 검증</a:t>
                      </a:r>
                    </a:p>
                    <a:p>
                      <a:pPr algn="l">
                        <a:buNone/>
                      </a:pPr>
                      <a:r>
                        <a:rPr lang="ko-KR" altLang="en-US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검증을 통과한 데이터는 </a:t>
                      </a:r>
                      <a:r>
                        <a:rPr lang="ko-KR" altLang="en-US" sz="80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청크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단위로 배치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(batch) 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처리되며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이후 여러 </a:t>
                      </a:r>
                      <a:r>
                        <a:rPr lang="en-US" altLang="ko-KR" sz="80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Ingester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로 분산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샤딩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하여 병렬 전송함으로써 처리량과 확장성을 확보</a:t>
                      </a:r>
                      <a:endParaRPr lang="en-US" altLang="ko-KR" sz="80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9641" marR="39641" marT="19821" marB="198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4127583"/>
                  </a:ext>
                </a:extLst>
              </a:tr>
              <a:tr h="346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logging-</a:t>
                      </a:r>
                      <a:r>
                        <a:rPr lang="en-US" sz="700" b="1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loki</a:t>
                      </a:r>
                      <a:r>
                        <a:rPr lang="en-US" sz="7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en-US" sz="700" b="1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ingester</a:t>
                      </a:r>
                      <a:endParaRPr lang="en-US" sz="700" b="1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9641" marR="39641" marT="19821" marB="198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Loki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의 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Write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경로에서 로그 데이터를 수신해 </a:t>
                      </a:r>
                      <a:r>
                        <a:rPr lang="ko-KR" altLang="en-US" sz="80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청크로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묶어 처리하고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이를 장기 스토리지 </a:t>
                      </a:r>
                      <a:r>
                        <a:rPr lang="ko-KR" altLang="en-US" sz="80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백엔드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S3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에 저장할 수 있도록 준비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전송하는 역할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Read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경로에서는 아직 스토리지로 완전히 반영되지 않았거나 메모리에 유지 중인 데이터를 조회할 수 있도록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인메모리 데이터를 기반으로 쿼리 요청에 응답</a:t>
                      </a:r>
                      <a:endParaRPr lang="en-US" altLang="ko-KR" sz="80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9641" marR="39641" marT="19821" marB="198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5284735"/>
                  </a:ext>
                </a:extLst>
              </a:tr>
              <a:tr h="4665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7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logging-</a:t>
                      </a:r>
                      <a:r>
                        <a:rPr lang="en-US" altLang="ko-KR" sz="700" b="1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loki</a:t>
                      </a:r>
                      <a:r>
                        <a:rPr lang="en-US" altLang="ko-KR" sz="7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-query-frontend</a:t>
                      </a:r>
                      <a:endParaRPr lang="ko-KR" altLang="en-US" sz="700" b="1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9641" marR="39641" marT="19821" marB="198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로그 조회 요청을 처음 받아 쿼리를 최적화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조정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 뒤 내부 큐에 적재하는 역할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querier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는 큐에서 작업을 가져와 쿼리를 실행하는 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worker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로 동작하며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실행 결과를 다시 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query-frontend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로 전달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query-frontend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는 이렇게 모인 결과를 병합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집계하여 최종 응답을 반환함으로써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동시 조회 처리와 성능을 개선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9641" marR="39641" marT="19821" marB="198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5215192"/>
                  </a:ext>
                </a:extLst>
              </a:tr>
              <a:tr h="22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7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logging-</a:t>
                      </a:r>
                      <a:r>
                        <a:rPr lang="en-US" altLang="ko-KR" sz="700" b="1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loki</a:t>
                      </a:r>
                      <a:r>
                        <a:rPr lang="en-US" altLang="ko-KR" sz="7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-querier</a:t>
                      </a:r>
                    </a:p>
                  </a:txBody>
                  <a:tcPr marL="39641" marR="39641" marT="19821" marB="198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LogQL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쿼리를 실제로 실행하는 컴포넌트로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요청된 조건에 맞는 로그를 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Ingester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메모리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최근 데이터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와 장기 스토리지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오브젝트 스토리지 등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양쪽에서 조회해 결과를 반환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9641" marR="39641" marT="19821" marB="198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347251"/>
                  </a:ext>
                </a:extLst>
              </a:tr>
              <a:tr h="3547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logging-</a:t>
                      </a:r>
                      <a:r>
                        <a:rPr lang="en-US" sz="700" b="1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loki</a:t>
                      </a:r>
                      <a:r>
                        <a:rPr lang="en-US" sz="7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en-US" altLang="ko-KR" sz="7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compactor</a:t>
                      </a:r>
                      <a:endParaRPr lang="ko-KR" altLang="en-US" sz="700" b="1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9641" marR="39641" marT="19821" marB="198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index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데이터를 대상으로 중복을 제거하고 여러 파일을 테이블 단위로 병합하여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index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크기와 파일 수를 줄이는 역할</a:t>
                      </a:r>
                    </a:p>
                    <a:p>
                      <a:pPr marL="0" marR="0" lvl="0" indent="0" algn="l" defTabSz="55719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스토리지 사용량을 최적화하고 조회 성능과 관리 효율을 개선 </a:t>
                      </a:r>
                      <a:b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ko-KR" altLang="en-US" sz="800" kern="120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동작하지 않으면 저장소 비용이 급증할 수 있음 </a:t>
                      </a:r>
                      <a:r>
                        <a:rPr lang="en-US" altLang="ko-KR" sz="800" kern="120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kern="120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장기 운영 시 주기적으로 확인</a:t>
                      </a:r>
                      <a:r>
                        <a:rPr lang="en-US" altLang="ko-KR" sz="800" kern="120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 marL="39641" marR="39641" marT="19821" marB="198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2227462"/>
                  </a:ext>
                </a:extLst>
              </a:tr>
              <a:tr h="28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logging-</a:t>
                      </a:r>
                      <a:r>
                        <a:rPr lang="en-US" sz="700" b="1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loki</a:t>
                      </a:r>
                      <a:r>
                        <a:rPr lang="en-US" sz="7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-index-gateway</a:t>
                      </a:r>
                    </a:p>
                  </a:txBody>
                  <a:tcPr marL="39641" marR="39641" marT="19821" marB="198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19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오브젝트 스토리지에 저장된 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index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를 다운로드해 로컬에 동기화하고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이를 기반으로 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Querier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와 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Ruler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 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index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를 빠르게 조회할 수 있도록 </a:t>
                      </a:r>
                      <a:r>
                        <a:rPr lang="en-US" altLang="ko-KR" sz="80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gRPC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로 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index 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쿼리 서비스를 제공</a:t>
                      </a:r>
                      <a:b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ko-KR" altLang="en-US" sz="800" kern="1200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대규모 로그 환경에서는 반드시 활성화</a:t>
                      </a:r>
                    </a:p>
                  </a:txBody>
                  <a:tcPr marL="39641" marR="39641" marT="19821" marB="198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8512504"/>
                  </a:ext>
                </a:extLst>
              </a:tr>
              <a:tr h="3401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700" b="1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ClusterLogForwader</a:t>
                      </a:r>
                      <a:r>
                        <a:rPr lang="en-US" altLang="ko-KR" sz="7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(Vector)</a:t>
                      </a:r>
                      <a:endParaRPr lang="ko-KR" altLang="en-US" sz="700" b="1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9641" marR="39641" marT="19821" marB="198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OpenShift Logging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에서 클러스터 로그를 어떤 경로 및 어디로 전송할지를 정의하는 커스텀 리소스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(CR) </a:t>
                      </a:r>
                    </a:p>
                    <a:p>
                      <a:pPr algn="l">
                        <a:buNone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수집할 로그 유형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(Application / Infrastructure / Audit)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 필터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변환 규칙을 설정</a:t>
                      </a:r>
                    </a:p>
                    <a:p>
                      <a:pPr algn="l">
                        <a:buNone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처리된 로그를 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LokiStack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또는 외부 시스템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(Kafka, Syslog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으로 포워딩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9641" marR="39641" marT="19821" marB="198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096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5120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D11A7-24F7-9DF3-D506-1A72D6DF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6FF585C-7177-83F0-192E-86A9E80B014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858442" y="1192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7772400" imgH="10058400" progId="TCLayout.ActiveDocument.1">
                  <p:embed/>
                </p:oleObj>
              </mc:Choice>
              <mc:Fallback>
                <p:oleObj name="think-cell 슬라이드" r:id="rId4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6FF585C-7177-83F0-192E-86A9E80B01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8442" y="1192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2676571B-1B6C-9FFF-A14A-26CD578A9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62750" y="4903296"/>
            <a:ext cx="2057400" cy="173831"/>
          </a:xfrm>
        </p:spPr>
        <p:txBody>
          <a:bodyPr/>
          <a:lstStyle/>
          <a:p>
            <a:fld id="{04A2A964-EE01-4185-80C2-49F17188BBA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7138A65-BC52-E621-461D-3B21928652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sz="1300" dirty="0"/>
              <a:t>  </a:t>
            </a:r>
            <a:r>
              <a:rPr lang="en-US" altLang="ko-KR" sz="1300" dirty="0" err="1"/>
              <a:t>LokiStack</a:t>
            </a:r>
            <a:r>
              <a:rPr lang="ko-KR" altLang="en-US" sz="1300" dirty="0"/>
              <a:t>은 예상 로그 유입량과 보존 기간</a:t>
            </a:r>
            <a:r>
              <a:rPr lang="en-US" altLang="ko-KR" sz="1300" dirty="0"/>
              <a:t>, </a:t>
            </a:r>
            <a:r>
              <a:rPr lang="ko-KR" altLang="en-US" sz="1300" dirty="0"/>
              <a:t>가용성 요구사항에 따라 </a:t>
            </a:r>
            <a:r>
              <a:rPr lang="en-US" altLang="ko-KR" sz="1300" dirty="0"/>
              <a:t>1x.demo, 1x.pico</a:t>
            </a:r>
            <a:r>
              <a:rPr lang="ko-KR" altLang="en-US" sz="1300" dirty="0"/>
              <a:t> 등 사전 정의된 </a:t>
            </a:r>
            <a:r>
              <a:rPr lang="ko-KR" altLang="en-US" sz="1300" dirty="0" err="1"/>
              <a:t>사이징</a:t>
            </a:r>
            <a:r>
              <a:rPr lang="ko-KR" altLang="en-US" sz="1300" dirty="0"/>
              <a:t> 프로파일</a:t>
            </a:r>
            <a:r>
              <a:rPr lang="en-US" altLang="ko-KR" sz="1300" dirty="0"/>
              <a:t>(size)</a:t>
            </a:r>
            <a:r>
              <a:rPr lang="ko-KR" altLang="en-US" sz="1300" dirty="0"/>
              <a:t>을</a:t>
            </a:r>
            <a:br>
              <a:rPr lang="en-US" altLang="ko-KR" sz="1300" dirty="0"/>
            </a:br>
            <a:r>
              <a:rPr lang="ko-KR" altLang="en-US" sz="1300" dirty="0"/>
              <a:t>선택해 리소스</a:t>
            </a:r>
            <a:r>
              <a:rPr lang="en-US" altLang="ko-KR" sz="1300" dirty="0"/>
              <a:t>(Replica/CPU/Memory)</a:t>
            </a:r>
            <a:r>
              <a:rPr lang="ko-KR" altLang="en-US" sz="1300" dirty="0"/>
              <a:t>를 </a:t>
            </a:r>
            <a:r>
              <a:rPr lang="ko-KR" altLang="en-US" sz="1300" dirty="0" err="1"/>
              <a:t>표준화하여</a:t>
            </a:r>
            <a:r>
              <a:rPr lang="ko-KR" altLang="en-US" sz="1300" dirty="0"/>
              <a:t> 구성합니다</a:t>
            </a:r>
            <a:r>
              <a:rPr lang="en-US" altLang="ko-KR" sz="1300" dirty="0"/>
              <a:t>.</a:t>
            </a:r>
            <a:endParaRPr lang="ko-KR" altLang="en-US" sz="1300" dirty="0">
              <a:latin typeface="Pretendard SemiBold" panose="02000503000000020004" pitchFamily="2" charset="-127"/>
              <a:ea typeface="Pretendard SemiBold" panose="02000503000000020004" pitchFamily="2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E56F8A3-02D8-1DBA-5499-B1BAC7CF9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73" y="323691"/>
            <a:ext cx="8308731" cy="276999"/>
          </a:xfrm>
        </p:spPr>
        <p:txBody>
          <a:bodyPr vert="horz"/>
          <a:lstStyle/>
          <a:p>
            <a:r>
              <a:rPr lang="en-US" altLang="ko-KR" dirty="0" err="1">
                <a:latin typeface="+mj-ea"/>
                <a:ea typeface="+mj-ea"/>
              </a:rPr>
              <a:t>Openshift</a:t>
            </a:r>
            <a:r>
              <a:rPr lang="en-US" altLang="ko-KR" dirty="0">
                <a:latin typeface="+mj-ea"/>
                <a:ea typeface="+mj-ea"/>
              </a:rPr>
              <a:t> Logging</a:t>
            </a:r>
            <a:endParaRPr lang="ko-KR" altLang="en-US" sz="1800" b="1" dirty="0">
              <a:latin typeface="+mj-ea"/>
              <a:ea typeface="+mj-ea"/>
              <a:cs typeface="Pretendard ExtraBold" panose="02000503000000020004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A22319-82EA-D127-0212-7C2F33F4CE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C74602F-39FE-6D85-A2BD-3FDD93730886}"/>
              </a:ext>
            </a:extLst>
          </p:cNvPr>
          <p:cNvGrpSpPr/>
          <p:nvPr/>
        </p:nvGrpSpPr>
        <p:grpSpPr>
          <a:xfrm>
            <a:off x="323850" y="1224986"/>
            <a:ext cx="3240882" cy="206988"/>
            <a:chOff x="-1975555" y="2033819"/>
            <a:chExt cx="9016366" cy="275985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1B2AF5F4-A212-EC22-8B9C-B5327AC15412}"/>
                </a:ext>
              </a:extLst>
            </p:cNvPr>
            <p:cNvCxnSpPr>
              <a:cxnSpLocks/>
            </p:cNvCxnSpPr>
            <p:nvPr/>
          </p:nvCxnSpPr>
          <p:spPr>
            <a:xfrm>
              <a:off x="-1975555" y="2309804"/>
              <a:ext cx="6573217" cy="0"/>
            </a:xfrm>
            <a:prstGeom prst="line">
              <a:avLst/>
            </a:prstGeom>
            <a:ln w="952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47D82F3-5497-1C7F-6058-CDFA1F52F71E}"/>
                </a:ext>
              </a:extLst>
            </p:cNvPr>
            <p:cNvSpPr txBox="1"/>
            <p:nvPr/>
          </p:nvSpPr>
          <p:spPr>
            <a:xfrm>
              <a:off x="-1960315" y="2033819"/>
              <a:ext cx="9001126" cy="243838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/>
            <a:p>
              <a:pPr>
                <a:spcBef>
                  <a:spcPts val="225"/>
                </a:spcBef>
                <a:spcAft>
                  <a:spcPts val="225"/>
                </a:spcAft>
              </a:pPr>
              <a:r>
                <a:rPr lang="en-US" altLang="ko-KR" sz="1200" b="1" dirty="0">
                  <a:latin typeface="Pretendard ExtraBold" panose="02000503000000020004" pitchFamily="2" charset="-127"/>
                  <a:ea typeface="Pretendard ExtraBold" panose="02000503000000020004" pitchFamily="2" charset="-127"/>
                  <a:cs typeface="Pretendard ExtraBold" panose="02000503000000020004" pitchFamily="2" charset="-127"/>
                </a:rPr>
                <a:t> Loki</a:t>
              </a:r>
              <a:r>
                <a:rPr lang="ko-KR" altLang="en-US" sz="1200" b="1" dirty="0">
                  <a:latin typeface="Pretendard ExtraBold" panose="02000503000000020004" pitchFamily="2" charset="-127"/>
                  <a:ea typeface="Pretendard ExtraBold" panose="02000503000000020004" pitchFamily="2" charset="-127"/>
                  <a:cs typeface="Pretendard ExtraBold" panose="02000503000000020004" pitchFamily="2" charset="-127"/>
                </a:rPr>
                <a:t> 용량 산정</a:t>
              </a:r>
            </a:p>
          </p:txBody>
        </p:sp>
      </p:grp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13CB81F-CDD9-A53D-3DBC-6FEDB27B3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509192"/>
              </p:ext>
            </p:extLst>
          </p:nvPr>
        </p:nvGraphicFramePr>
        <p:xfrm>
          <a:off x="436447" y="1514703"/>
          <a:ext cx="8335020" cy="2918851"/>
        </p:xfrm>
        <a:graphic>
          <a:graphicData uri="http://schemas.openxmlformats.org/drawingml/2006/table">
            <a:tbl>
              <a:tblPr/>
              <a:tblGrid>
                <a:gridCol w="1615873">
                  <a:extLst>
                    <a:ext uri="{9D8B030D-6E8A-4147-A177-3AD203B41FA5}">
                      <a16:colId xmlns:a16="http://schemas.microsoft.com/office/drawing/2014/main" val="574167619"/>
                    </a:ext>
                  </a:extLst>
                </a:gridCol>
                <a:gridCol w="1162467">
                  <a:extLst>
                    <a:ext uri="{9D8B030D-6E8A-4147-A177-3AD203B41FA5}">
                      <a16:colId xmlns:a16="http://schemas.microsoft.com/office/drawing/2014/main" val="2320381692"/>
                    </a:ext>
                  </a:extLst>
                </a:gridCol>
                <a:gridCol w="1389170">
                  <a:extLst>
                    <a:ext uri="{9D8B030D-6E8A-4147-A177-3AD203B41FA5}">
                      <a16:colId xmlns:a16="http://schemas.microsoft.com/office/drawing/2014/main" val="728989457"/>
                    </a:ext>
                  </a:extLst>
                </a:gridCol>
                <a:gridCol w="1389170">
                  <a:extLst>
                    <a:ext uri="{9D8B030D-6E8A-4147-A177-3AD203B41FA5}">
                      <a16:colId xmlns:a16="http://schemas.microsoft.com/office/drawing/2014/main" val="1982076074"/>
                    </a:ext>
                  </a:extLst>
                </a:gridCol>
                <a:gridCol w="1389170">
                  <a:extLst>
                    <a:ext uri="{9D8B030D-6E8A-4147-A177-3AD203B41FA5}">
                      <a16:colId xmlns:a16="http://schemas.microsoft.com/office/drawing/2014/main" val="1452262194"/>
                    </a:ext>
                  </a:extLst>
                </a:gridCol>
                <a:gridCol w="1389170">
                  <a:extLst>
                    <a:ext uri="{9D8B030D-6E8A-4147-A177-3AD203B41FA5}">
                      <a16:colId xmlns:a16="http://schemas.microsoft.com/office/drawing/2014/main" val="3082368882"/>
                    </a:ext>
                  </a:extLst>
                </a:gridCol>
              </a:tblGrid>
              <a:tr h="382565">
                <a:tc>
                  <a:txBody>
                    <a:bodyPr/>
                    <a:lstStyle/>
                    <a:p>
                      <a:pPr marL="0" algn="ctr" defTabSz="557199" rtl="0" eaLnBrk="1" latinLnBrk="0" hangingPunct="1">
                        <a:buNone/>
                      </a:pPr>
                      <a:endParaRPr lang="en-US" sz="900" b="1" kern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latinLnBrk="0" hangingPunct="1">
                        <a:buNone/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1x.demo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latinLnBrk="0" hangingPunct="1">
                        <a:buNone/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1x.pico [6.1+ only]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latinLnBrk="0" hangingPunct="1">
                        <a:buNone/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1x.extra-small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latinLnBrk="0" hangingPunct="1">
                        <a:buNone/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1x.small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57199" rtl="0" eaLnBrk="1" latinLnBrk="0" hangingPunct="1">
                        <a:buNone/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1x.medium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538414"/>
                  </a:ext>
                </a:extLst>
              </a:tr>
              <a:tr h="2362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Data transfer</a:t>
                      </a:r>
                      <a:endParaRPr lang="en-US" sz="80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Demo use only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50GB/day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100GB/day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500GB/day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2TB/day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006363"/>
                  </a:ext>
                </a:extLst>
              </a:tr>
              <a:tr h="2362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Queries per second (QPS)</a:t>
                      </a:r>
                      <a:endParaRPr lang="en-US" sz="80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Demo use only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1-25 QPS at 200ms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1-25 QPS at 200ms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25-50 QPS at 200ms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25-75 QPS at 200ms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205859"/>
                  </a:ext>
                </a:extLst>
              </a:tr>
              <a:tr h="2362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Replication factor</a:t>
                      </a:r>
                      <a:endParaRPr lang="en-US" sz="80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None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310514"/>
                  </a:ext>
                </a:extLst>
              </a:tr>
              <a:tr h="2362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Total CPU requests</a:t>
                      </a:r>
                      <a:endParaRPr lang="en-US" sz="80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None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 vCPUs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 vCPUs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34 vCPUs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 vCPUs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400171"/>
                  </a:ext>
                </a:extLst>
              </a:tr>
              <a:tr h="3825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Total CPU requests if using the ruler</a:t>
                      </a:r>
                      <a:endParaRPr lang="en-US" sz="80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None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 vCPUs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 vCPUs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42 vCPUs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70 vCPUs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803858"/>
                  </a:ext>
                </a:extLst>
              </a:tr>
              <a:tr h="2364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Total memory requests</a:t>
                      </a:r>
                      <a:endParaRPr lang="en-US" sz="80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None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17Gi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31Gi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67Gi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139Gi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571838"/>
                  </a:ext>
                </a:extLst>
              </a:tr>
              <a:tr h="352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Total memory requests if using the ruler</a:t>
                      </a:r>
                      <a:endParaRPr lang="en-US" sz="80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None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18Gi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35Gi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83Gi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171Gi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227419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Total disk requests</a:t>
                      </a:r>
                      <a:endParaRPr lang="en-US" sz="80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40Gi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590Gi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430Gi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430Gi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590Gi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518876"/>
                  </a:ext>
                </a:extLst>
              </a:tr>
              <a:tr h="3825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Total disk requests if using the ruler</a:t>
                      </a:r>
                      <a:endParaRPr lang="en-US" sz="80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60Gi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910Gi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750Gi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750Gi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910Gi</a:t>
                      </a:r>
                    </a:p>
                  </a:txBody>
                  <a:tcPr marL="82149" marR="82149" marT="41075" marB="41075" anchor="ctr">
                    <a:lnL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387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053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9BAA6-E778-58A4-70F8-AD772F945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CEE4403-3C91-1BF6-019A-E8FFA9A7FFC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858442" y="1192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7772400" imgH="10058400" progId="TCLayout.ActiveDocument.1">
                  <p:embed/>
                </p:oleObj>
              </mc:Choice>
              <mc:Fallback>
                <p:oleObj name="think-cell 슬라이드" r:id="rId4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EE4403-3C91-1BF6-019A-E8FFA9A7FF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8442" y="1192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D11E034D-701D-D9BE-DF10-44152C736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62750" y="4903296"/>
            <a:ext cx="2057400" cy="173831"/>
          </a:xfrm>
        </p:spPr>
        <p:txBody>
          <a:bodyPr/>
          <a:lstStyle/>
          <a:p>
            <a:fld id="{04A2A964-EE01-4185-80C2-49F17188BBA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A117F8EB-9E83-C1EA-B475-147F6660F9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sz="1300" dirty="0"/>
              <a:t>  OpenShift Logging</a:t>
            </a:r>
            <a:r>
              <a:rPr lang="ko-KR" altLang="en-US" sz="1300" dirty="0"/>
              <a:t> </a:t>
            </a:r>
            <a:r>
              <a:rPr lang="en-US" altLang="ko-KR" sz="1300" dirty="0"/>
              <a:t>(</a:t>
            </a:r>
            <a:r>
              <a:rPr lang="en-US" altLang="ko-KR" sz="1300" dirty="0" err="1"/>
              <a:t>LokiStack</a:t>
            </a:r>
            <a:r>
              <a:rPr lang="en-US" altLang="ko-KR" sz="1300" dirty="0"/>
              <a:t>)</a:t>
            </a:r>
            <a:r>
              <a:rPr lang="ko-KR" altLang="en-US" sz="1300" dirty="0"/>
              <a:t>은 멀티 노드 환경에서 주요 컴포넌트를 다중 </a:t>
            </a:r>
            <a:r>
              <a:rPr lang="en-US" altLang="ko-KR" sz="1300" dirty="0"/>
              <a:t>Replica</a:t>
            </a:r>
            <a:r>
              <a:rPr lang="ko-KR" altLang="en-US" sz="1300" dirty="0"/>
              <a:t>로 배포해 장애 시에도 수집</a:t>
            </a:r>
            <a:r>
              <a:rPr lang="en-US" altLang="ko-KR" sz="1300" dirty="0"/>
              <a:t>/</a:t>
            </a:r>
            <a:r>
              <a:rPr lang="ko-KR" altLang="en-US" sz="1300" dirty="0"/>
              <a:t>조회 </a:t>
            </a:r>
            <a:endParaRPr lang="en-US" altLang="ko-KR" sz="1300" dirty="0"/>
          </a:p>
          <a:p>
            <a:r>
              <a:rPr lang="ko-KR" altLang="en-US" sz="1300" dirty="0"/>
              <a:t>서비스를 지속합니다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6109BB0-2B0F-B5F8-DA44-83BD7F112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73" y="323691"/>
            <a:ext cx="8308731" cy="276999"/>
          </a:xfrm>
        </p:spPr>
        <p:txBody>
          <a:bodyPr vert="horz"/>
          <a:lstStyle/>
          <a:p>
            <a:r>
              <a:rPr lang="en-US" altLang="ko-KR" dirty="0" err="1">
                <a:latin typeface="+mj-ea"/>
                <a:ea typeface="+mj-ea"/>
              </a:rPr>
              <a:t>Openshift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</a:rPr>
              <a:t>Logging</a:t>
            </a:r>
            <a:endParaRPr lang="ko-KR" altLang="en-US" sz="1800" b="1" dirty="0">
              <a:latin typeface="+mj-ea"/>
              <a:ea typeface="+mj-ea"/>
              <a:cs typeface="Pretendard ExtraBold" panose="02000503000000020004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EE803B-02CF-5092-B2DC-7578C235A6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27BAEE0-9971-5502-F0F8-27E5B8AC4844}"/>
              </a:ext>
            </a:extLst>
          </p:cNvPr>
          <p:cNvGrpSpPr/>
          <p:nvPr/>
        </p:nvGrpSpPr>
        <p:grpSpPr>
          <a:xfrm>
            <a:off x="323850" y="1224983"/>
            <a:ext cx="3240882" cy="206986"/>
            <a:chOff x="-1975555" y="2033821"/>
            <a:chExt cx="9016366" cy="275983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8F54F9F1-ED12-0CB4-5C56-C27C4E6424F3}"/>
                </a:ext>
              </a:extLst>
            </p:cNvPr>
            <p:cNvCxnSpPr>
              <a:cxnSpLocks/>
            </p:cNvCxnSpPr>
            <p:nvPr/>
          </p:nvCxnSpPr>
          <p:spPr>
            <a:xfrm>
              <a:off x="-1975555" y="2309804"/>
              <a:ext cx="7751027" cy="0"/>
            </a:xfrm>
            <a:prstGeom prst="line">
              <a:avLst/>
            </a:prstGeom>
            <a:ln w="952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9EBF0A5-574A-6ECF-A8F1-1A0F557B1F13}"/>
                </a:ext>
              </a:extLst>
            </p:cNvPr>
            <p:cNvSpPr txBox="1"/>
            <p:nvPr/>
          </p:nvSpPr>
          <p:spPr>
            <a:xfrm>
              <a:off x="-1960315" y="2033821"/>
              <a:ext cx="9001126" cy="243838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/>
            <a:p>
              <a:pPr>
                <a:spcBef>
                  <a:spcPts val="225"/>
                </a:spcBef>
                <a:spcAft>
                  <a:spcPts val="225"/>
                </a:spcAft>
              </a:pPr>
              <a:r>
                <a:rPr lang="en-US" altLang="ko-KR" sz="12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HA </a:t>
              </a:r>
              <a:r>
                <a:rPr lang="ko-KR" altLang="en-US" sz="12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구성</a:t>
              </a:r>
              <a:r>
                <a:rPr lang="en-US" altLang="ko-KR" sz="12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: </a:t>
              </a:r>
              <a:r>
                <a:rPr lang="ko-KR" altLang="en-US" sz="12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주요 컴포넌트 </a:t>
              </a:r>
              <a:r>
                <a:rPr lang="en-US" altLang="ko-KR" sz="12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Replica </a:t>
              </a:r>
              <a:r>
                <a:rPr lang="ko-KR" altLang="en-US" sz="12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및 배포 형태</a:t>
              </a: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4E40516C-8E6E-0F5F-5B44-1EC99AB9DE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" y="1740010"/>
            <a:ext cx="4081850" cy="2622439"/>
          </a:xfrm>
          <a:prstGeom prst="rect">
            <a:avLst/>
          </a:prstGeom>
          <a:ln>
            <a:solidFill>
              <a:srgbClr val="ADADAD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563AF2D-E6A2-3130-EBE3-21DA331B29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046" y="1740011"/>
            <a:ext cx="4264104" cy="1329035"/>
          </a:xfrm>
          <a:prstGeom prst="rect">
            <a:avLst/>
          </a:prstGeom>
          <a:ln>
            <a:solidFill>
              <a:srgbClr val="ADADAD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706967-1194-C24E-0415-FB6F63643444}"/>
              </a:ext>
            </a:extLst>
          </p:cNvPr>
          <p:cNvSpPr txBox="1"/>
          <p:nvPr/>
        </p:nvSpPr>
        <p:spPr>
          <a:xfrm>
            <a:off x="323850" y="1497879"/>
            <a:ext cx="3235404" cy="182877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>
              <a:spcBef>
                <a:spcPts val="225"/>
              </a:spcBef>
              <a:spcAft>
                <a:spcPts val="225"/>
              </a:spcAft>
            </a:pPr>
            <a:r>
              <a:rPr lang="en-US" altLang="ko-KR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</a:t>
            </a:r>
            <a:r>
              <a:rPr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Topology: </a:t>
            </a:r>
            <a:r>
              <a:rPr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배포 형태</a:t>
            </a:r>
            <a:r>
              <a:rPr lang="en-US" altLang="ko-KR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(HA/DS)</a:t>
            </a:r>
            <a:r>
              <a:rPr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FAF6A1-7582-52BC-F86E-DB68444AED32}"/>
              </a:ext>
            </a:extLst>
          </p:cNvPr>
          <p:cNvSpPr txBox="1"/>
          <p:nvPr/>
        </p:nvSpPr>
        <p:spPr>
          <a:xfrm>
            <a:off x="4556046" y="1491225"/>
            <a:ext cx="3235404" cy="182877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>
              <a:spcBef>
                <a:spcPts val="225"/>
              </a:spcBef>
              <a:spcAft>
                <a:spcPts val="225"/>
              </a:spcAft>
            </a:pPr>
            <a:r>
              <a:rPr lang="en-US" altLang="ko-KR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Replica/Node </a:t>
            </a:r>
            <a:r>
              <a:rPr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분산 확인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8F2E17C-9DD9-CE18-E808-3579A6A292D6}"/>
              </a:ext>
            </a:extLst>
          </p:cNvPr>
          <p:cNvSpPr/>
          <p:nvPr/>
        </p:nvSpPr>
        <p:spPr>
          <a:xfrm>
            <a:off x="4556046" y="2309813"/>
            <a:ext cx="3556873" cy="70961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72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89C8E-6A9A-1772-C6B4-C09B026B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E771718-7CC4-DF48-1EB2-9EEAE3849D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858442" y="1192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7772400" imgH="10058400" progId="TCLayout.ActiveDocument.1">
                  <p:embed/>
                </p:oleObj>
              </mc:Choice>
              <mc:Fallback>
                <p:oleObj name="think-cell 슬라이드" r:id="rId4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771718-7CC4-DF48-1EB2-9EEAE3849D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8442" y="1192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EDC114F2-98B4-A087-EB06-7F3F0EA3C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62750" y="4903296"/>
            <a:ext cx="2057400" cy="173831"/>
          </a:xfrm>
        </p:spPr>
        <p:txBody>
          <a:bodyPr/>
          <a:lstStyle/>
          <a:p>
            <a:fld id="{04A2A964-EE01-4185-80C2-49F17188BBA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DE4758B8-D4A8-58A4-B397-36A95F0215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sz="1300" dirty="0"/>
              <a:t>  </a:t>
            </a:r>
            <a:r>
              <a:rPr lang="en-US" altLang="ko-KR" sz="1300" dirty="0" err="1"/>
              <a:t>Openshift</a:t>
            </a:r>
            <a:r>
              <a:rPr lang="en-US" altLang="ko-KR" sz="1300" dirty="0"/>
              <a:t> Logging </a:t>
            </a:r>
            <a:r>
              <a:rPr lang="ko-KR" altLang="en-US" sz="1300" dirty="0"/>
              <a:t>외부 연동 레퍼런스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CCE9001-B92B-1365-0E20-8FFD1F755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73" y="323691"/>
            <a:ext cx="8308731" cy="276999"/>
          </a:xfrm>
        </p:spPr>
        <p:txBody>
          <a:bodyPr vert="horz"/>
          <a:lstStyle/>
          <a:p>
            <a:r>
              <a:rPr lang="ko-KR" altLang="en-US" dirty="0">
                <a:latin typeface="+mj-ea"/>
              </a:rPr>
              <a:t>붙임</a:t>
            </a:r>
            <a:r>
              <a:rPr lang="en-US" altLang="ko-KR" dirty="0">
                <a:latin typeface="+mj-ea"/>
              </a:rPr>
              <a:t>.</a:t>
            </a:r>
            <a:r>
              <a:rPr lang="en-US" altLang="ko-KR" dirty="0" err="1">
                <a:latin typeface="+mj-ea"/>
              </a:rPr>
              <a:t>Openshift</a:t>
            </a:r>
            <a:r>
              <a:rPr lang="en-US" altLang="ko-KR" dirty="0">
                <a:latin typeface="+mj-ea"/>
              </a:rPr>
              <a:t> Logging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외부 연동 사례</a:t>
            </a:r>
            <a:endParaRPr lang="ko-KR" altLang="en-US" sz="1800" b="1" dirty="0">
              <a:latin typeface="+mj-ea"/>
              <a:ea typeface="+mj-ea"/>
              <a:cs typeface="Pretendard ExtraBold" panose="02000503000000020004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490383-27E4-F74B-0F42-01D149C2C5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206DBB1-A8AC-118D-8EBC-1605CD9644E1}"/>
              </a:ext>
            </a:extLst>
          </p:cNvPr>
          <p:cNvGrpSpPr/>
          <p:nvPr/>
        </p:nvGrpSpPr>
        <p:grpSpPr>
          <a:xfrm>
            <a:off x="323850" y="1224983"/>
            <a:ext cx="3240882" cy="206986"/>
            <a:chOff x="-1975555" y="2033821"/>
            <a:chExt cx="9016366" cy="275983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65519B1F-0805-354E-147A-F33E30425393}"/>
                </a:ext>
              </a:extLst>
            </p:cNvPr>
            <p:cNvCxnSpPr>
              <a:cxnSpLocks/>
            </p:cNvCxnSpPr>
            <p:nvPr/>
          </p:nvCxnSpPr>
          <p:spPr>
            <a:xfrm>
              <a:off x="-1975555" y="2309804"/>
              <a:ext cx="6573217" cy="0"/>
            </a:xfrm>
            <a:prstGeom prst="line">
              <a:avLst/>
            </a:prstGeom>
            <a:ln w="952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0D05394-00E1-DFBD-10B4-06F8472BA2AF}"/>
                </a:ext>
              </a:extLst>
            </p:cNvPr>
            <p:cNvSpPr txBox="1"/>
            <p:nvPr/>
          </p:nvSpPr>
          <p:spPr>
            <a:xfrm>
              <a:off x="-1960315" y="2033821"/>
              <a:ext cx="9001126" cy="243838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/>
            <a:p>
              <a:pPr>
                <a:spcBef>
                  <a:spcPts val="225"/>
                </a:spcBef>
                <a:spcAft>
                  <a:spcPts val="225"/>
                </a:spcAft>
              </a:pP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외부 시스템 연동 사례</a:t>
              </a: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DE02B687-EFD6-EC13-436E-AAC8CFC30160}"/>
              </a:ext>
            </a:extLst>
          </p:cNvPr>
          <p:cNvSpPr/>
          <p:nvPr/>
        </p:nvSpPr>
        <p:spPr>
          <a:xfrm>
            <a:off x="2960110" y="1840446"/>
            <a:ext cx="1008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777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Elasticsearch</a:t>
            </a:r>
            <a:endParaRPr lang="ko-KR" altLang="en-US" sz="7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84AA33-3FCA-36B2-CD50-976C7C4E68A7}"/>
              </a:ext>
            </a:extLst>
          </p:cNvPr>
          <p:cNvSpPr/>
          <p:nvPr/>
        </p:nvSpPr>
        <p:spPr>
          <a:xfrm>
            <a:off x="4173339" y="1843743"/>
            <a:ext cx="1008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777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Kibana</a:t>
            </a:r>
            <a:endParaRPr lang="ko-KR" altLang="en-US" sz="7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61F2FD6-D0A6-C379-0A2E-AB57FF04904C}"/>
              </a:ext>
            </a:extLst>
          </p:cNvPr>
          <p:cNvCxnSpPr>
            <a:cxnSpLocks/>
            <a:stCxn id="70" idx="3"/>
            <a:endCxn id="71" idx="1"/>
          </p:cNvCxnSpPr>
          <p:nvPr/>
        </p:nvCxnSpPr>
        <p:spPr>
          <a:xfrm>
            <a:off x="1384238" y="1982823"/>
            <a:ext cx="360299" cy="0"/>
          </a:xfrm>
          <a:prstGeom prst="straightConnector1">
            <a:avLst/>
          </a:prstGeom>
          <a:ln w="9525">
            <a:solidFill>
              <a:srgbClr val="7777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38F91AF-3B76-1F93-E250-4C8D756198DE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3968110" y="1984446"/>
            <a:ext cx="205229" cy="3297"/>
          </a:xfrm>
          <a:prstGeom prst="straightConnector1">
            <a:avLst/>
          </a:prstGeom>
          <a:ln w="9525">
            <a:solidFill>
              <a:srgbClr val="7777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F0520DC-2348-45D0-3627-35A1B19CEE91}"/>
              </a:ext>
            </a:extLst>
          </p:cNvPr>
          <p:cNvCxnSpPr>
            <a:cxnSpLocks/>
            <a:stCxn id="71" idx="3"/>
            <a:endCxn id="8" idx="1"/>
          </p:cNvCxnSpPr>
          <p:nvPr/>
        </p:nvCxnSpPr>
        <p:spPr>
          <a:xfrm>
            <a:off x="2752537" y="1982823"/>
            <a:ext cx="207573" cy="1623"/>
          </a:xfrm>
          <a:prstGeom prst="straightConnector1">
            <a:avLst/>
          </a:prstGeom>
          <a:ln w="9525">
            <a:solidFill>
              <a:srgbClr val="7777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4CF90D-6CE5-6C6D-7494-80FBE985A85E}"/>
              </a:ext>
            </a:extLst>
          </p:cNvPr>
          <p:cNvSpPr/>
          <p:nvPr/>
        </p:nvSpPr>
        <p:spPr>
          <a:xfrm>
            <a:off x="1614738" y="1756765"/>
            <a:ext cx="3757767" cy="461955"/>
          </a:xfrm>
          <a:prstGeom prst="rect">
            <a:avLst/>
          </a:prstGeom>
          <a:noFill/>
          <a:ln w="9525">
            <a:solidFill>
              <a:srgbClr val="2646A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91DF9B7-F32E-02BD-0526-A82E38BA2BB0}"/>
              </a:ext>
            </a:extLst>
          </p:cNvPr>
          <p:cNvSpPr/>
          <p:nvPr/>
        </p:nvSpPr>
        <p:spPr>
          <a:xfrm>
            <a:off x="387838" y="4107619"/>
            <a:ext cx="1008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Openshift</a:t>
            </a:r>
            <a:br>
              <a:rPr lang="en-US" altLang="ko-KR" sz="7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7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ClusterLogforwader</a:t>
            </a:r>
            <a:endParaRPr lang="en-US" altLang="ko-KR" sz="7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315D6D6-813D-0CC6-4E28-5BE45B87105C}"/>
              </a:ext>
            </a:extLst>
          </p:cNvPr>
          <p:cNvSpPr/>
          <p:nvPr/>
        </p:nvSpPr>
        <p:spPr>
          <a:xfrm>
            <a:off x="1721793" y="4110182"/>
            <a:ext cx="1008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777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통합로깅시스템</a:t>
            </a:r>
            <a:endParaRPr lang="ko-KR" altLang="en-US" sz="7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310651F-D9F5-1D5A-5C8D-F580F6B21603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1395838" y="4251619"/>
            <a:ext cx="325955" cy="2563"/>
          </a:xfrm>
          <a:prstGeom prst="straightConnector1">
            <a:avLst/>
          </a:prstGeom>
          <a:ln w="9525">
            <a:solidFill>
              <a:srgbClr val="7777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FECC90E-AAFB-14D1-ADD5-1E50F94044EC}"/>
              </a:ext>
            </a:extLst>
          </p:cNvPr>
          <p:cNvSpPr/>
          <p:nvPr/>
        </p:nvSpPr>
        <p:spPr>
          <a:xfrm>
            <a:off x="1610366" y="4029039"/>
            <a:ext cx="1383736" cy="423548"/>
          </a:xfrm>
          <a:prstGeom prst="rect">
            <a:avLst/>
          </a:prstGeom>
          <a:noFill/>
          <a:ln w="9525">
            <a:solidFill>
              <a:srgbClr val="2646A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CDA2F2C-844E-5DC9-E69A-68178E1D2678}"/>
              </a:ext>
            </a:extLst>
          </p:cNvPr>
          <p:cNvSpPr/>
          <p:nvPr/>
        </p:nvSpPr>
        <p:spPr>
          <a:xfrm>
            <a:off x="376238" y="2623556"/>
            <a:ext cx="1008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OSS</a:t>
            </a:r>
            <a:br>
              <a:rPr lang="en-US" altLang="ko-KR" sz="7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7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Fluent Bit</a:t>
            </a:r>
            <a:endParaRPr lang="ko-KR" altLang="en-US" sz="7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31A5B9C-5C56-7F35-3D0F-04CB39E83BCB}"/>
              </a:ext>
            </a:extLst>
          </p:cNvPr>
          <p:cNvSpPr/>
          <p:nvPr/>
        </p:nvSpPr>
        <p:spPr>
          <a:xfrm>
            <a:off x="1721500" y="2626461"/>
            <a:ext cx="1008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777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Elasticsearch</a:t>
            </a:r>
            <a:endParaRPr lang="ko-KR" altLang="en-US" sz="7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94F2BFE-10E8-826F-6C4D-B2CE5804C983}"/>
              </a:ext>
            </a:extLst>
          </p:cNvPr>
          <p:cNvSpPr/>
          <p:nvPr/>
        </p:nvSpPr>
        <p:spPr>
          <a:xfrm>
            <a:off x="2955445" y="2626461"/>
            <a:ext cx="1008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777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Kibana</a:t>
            </a:r>
            <a:endParaRPr lang="ko-KR" altLang="en-US" sz="7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EB362F6-CDFF-E822-58D7-59ADF7E4905C}"/>
              </a:ext>
            </a:extLst>
          </p:cNvPr>
          <p:cNvCxnSpPr>
            <a:cxnSpLocks/>
            <a:stCxn id="40" idx="3"/>
            <a:endCxn id="42" idx="1"/>
          </p:cNvCxnSpPr>
          <p:nvPr/>
        </p:nvCxnSpPr>
        <p:spPr>
          <a:xfrm>
            <a:off x="1384238" y="2767556"/>
            <a:ext cx="337262" cy="2905"/>
          </a:xfrm>
          <a:prstGeom prst="straightConnector1">
            <a:avLst/>
          </a:prstGeom>
          <a:ln w="9525">
            <a:solidFill>
              <a:srgbClr val="7777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3B6F04F3-5AF6-CC52-2F91-1D0B12B4F75A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>
            <a:off x="2729500" y="2770461"/>
            <a:ext cx="225945" cy="0"/>
          </a:xfrm>
          <a:prstGeom prst="straightConnector1">
            <a:avLst/>
          </a:prstGeom>
          <a:ln w="9525">
            <a:solidFill>
              <a:srgbClr val="7777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49679C5-E517-597E-2D36-B82C1CF8C417}"/>
              </a:ext>
            </a:extLst>
          </p:cNvPr>
          <p:cNvSpPr/>
          <p:nvPr/>
        </p:nvSpPr>
        <p:spPr>
          <a:xfrm>
            <a:off x="1608042" y="2552243"/>
            <a:ext cx="2517257" cy="407583"/>
          </a:xfrm>
          <a:prstGeom prst="rect">
            <a:avLst/>
          </a:prstGeom>
          <a:noFill/>
          <a:ln w="9525">
            <a:solidFill>
              <a:srgbClr val="2646A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141AF62-6FCF-ECD8-FD72-88439F07448E}"/>
              </a:ext>
            </a:extLst>
          </p:cNvPr>
          <p:cNvSpPr/>
          <p:nvPr/>
        </p:nvSpPr>
        <p:spPr>
          <a:xfrm>
            <a:off x="376238" y="3327594"/>
            <a:ext cx="1008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Openshift</a:t>
            </a:r>
            <a:br>
              <a:rPr lang="en-US" altLang="ko-KR" sz="7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7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ClusterLogforwader</a:t>
            </a:r>
            <a:endParaRPr lang="en-US" altLang="ko-KR" sz="7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EFB2E1E-1EC6-5BCB-2A92-7C65611D307B}"/>
              </a:ext>
            </a:extLst>
          </p:cNvPr>
          <p:cNvSpPr/>
          <p:nvPr/>
        </p:nvSpPr>
        <p:spPr>
          <a:xfrm>
            <a:off x="1710194" y="3330157"/>
            <a:ext cx="1008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777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rsyslog</a:t>
            </a:r>
            <a:r>
              <a:rPr lang="en-US" altLang="ko-KR" sz="7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7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서버</a:t>
            </a: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64FD3C5F-4D93-B716-2383-96B5BF101975}"/>
              </a:ext>
            </a:extLst>
          </p:cNvPr>
          <p:cNvCxnSpPr>
            <a:stCxn id="48" idx="3"/>
            <a:endCxn id="49" idx="1"/>
          </p:cNvCxnSpPr>
          <p:nvPr/>
        </p:nvCxnSpPr>
        <p:spPr>
          <a:xfrm>
            <a:off x="1384238" y="3471594"/>
            <a:ext cx="325956" cy="2563"/>
          </a:xfrm>
          <a:prstGeom prst="straightConnector1">
            <a:avLst/>
          </a:prstGeom>
          <a:ln w="9525">
            <a:solidFill>
              <a:srgbClr val="7777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6FC9E57-1EE3-D89A-8821-F37B80410AD3}"/>
              </a:ext>
            </a:extLst>
          </p:cNvPr>
          <p:cNvSpPr/>
          <p:nvPr/>
        </p:nvSpPr>
        <p:spPr>
          <a:xfrm>
            <a:off x="1598766" y="3271383"/>
            <a:ext cx="1383736" cy="418363"/>
          </a:xfrm>
          <a:prstGeom prst="rect">
            <a:avLst/>
          </a:prstGeom>
          <a:noFill/>
          <a:ln w="9525">
            <a:solidFill>
              <a:srgbClr val="2646A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7D5DE85-9233-03CE-5EAA-6A773F1C78DD}"/>
              </a:ext>
            </a:extLst>
          </p:cNvPr>
          <p:cNvSpPr/>
          <p:nvPr/>
        </p:nvSpPr>
        <p:spPr>
          <a:xfrm>
            <a:off x="376238" y="1838823"/>
            <a:ext cx="1008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Openshift</a:t>
            </a:r>
            <a:br>
              <a:rPr lang="en-US" altLang="ko-KR" sz="7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700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ClusterLogforwader</a:t>
            </a:r>
            <a:endParaRPr lang="en-US" altLang="ko-KR" sz="7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975775F6-8928-EAC8-952C-9E92900CD4D6}"/>
              </a:ext>
            </a:extLst>
          </p:cNvPr>
          <p:cNvSpPr/>
          <p:nvPr/>
        </p:nvSpPr>
        <p:spPr>
          <a:xfrm>
            <a:off x="1744537" y="1838823"/>
            <a:ext cx="1008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777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Kafka</a:t>
            </a:r>
            <a:endParaRPr lang="ko-KR" altLang="en-US" sz="7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D2581BE-674A-772F-30C6-F418C58EC76B}"/>
              </a:ext>
            </a:extLst>
          </p:cNvPr>
          <p:cNvSpPr txBox="1"/>
          <p:nvPr/>
        </p:nvSpPr>
        <p:spPr>
          <a:xfrm>
            <a:off x="323849" y="1497879"/>
            <a:ext cx="4856835" cy="182877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>
              <a:spcBef>
                <a:spcPts val="225"/>
              </a:spcBef>
              <a:spcAft>
                <a:spcPts val="225"/>
              </a:spcAft>
            </a:pPr>
            <a:r>
              <a:rPr lang="en-US" altLang="ko-KR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</a:t>
            </a:r>
            <a:r>
              <a:rPr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ClusterLogForwarder</a:t>
            </a:r>
            <a:r>
              <a:rPr lang="en-US" altLang="ko-KR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→ Kafka → Elasticsearch → Kibana </a:t>
            </a:r>
            <a:r>
              <a:rPr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연동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3F4424D-1AE9-2925-34AD-B4C709E84A89}"/>
              </a:ext>
            </a:extLst>
          </p:cNvPr>
          <p:cNvSpPr txBox="1"/>
          <p:nvPr/>
        </p:nvSpPr>
        <p:spPr>
          <a:xfrm>
            <a:off x="323850" y="2323617"/>
            <a:ext cx="4083050" cy="182877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>
              <a:spcBef>
                <a:spcPts val="225"/>
              </a:spcBef>
              <a:spcAft>
                <a:spcPts val="225"/>
              </a:spcAft>
            </a:pPr>
            <a:r>
              <a:rPr lang="en-US" altLang="ko-KR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</a:t>
            </a:r>
            <a:r>
              <a:rPr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오픈소스 </a:t>
            </a:r>
            <a:r>
              <a:rPr lang="en-US" altLang="ko-KR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EFK </a:t>
            </a:r>
            <a:r>
              <a:rPr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구성</a:t>
            </a:r>
            <a:r>
              <a:rPr lang="en-US" altLang="ko-KR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(Fluent Bit → Elasticsearch → Kibana)</a:t>
            </a:r>
            <a:endParaRPr lang="ko-KR" altLang="en-US" sz="10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BF840BE-39DB-18CE-B29B-06770948BE14}"/>
              </a:ext>
            </a:extLst>
          </p:cNvPr>
          <p:cNvSpPr txBox="1"/>
          <p:nvPr/>
        </p:nvSpPr>
        <p:spPr>
          <a:xfrm>
            <a:off x="323849" y="3042697"/>
            <a:ext cx="4439765" cy="182877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>
              <a:spcBef>
                <a:spcPts val="225"/>
              </a:spcBef>
              <a:spcAft>
                <a:spcPts val="225"/>
              </a:spcAft>
            </a:pPr>
            <a:r>
              <a:rPr lang="en-US" altLang="ko-KR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</a:t>
            </a:r>
            <a:r>
              <a:rPr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ClusterLogForwarder</a:t>
            </a:r>
            <a:r>
              <a:rPr lang="en-US" altLang="ko-KR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→ </a:t>
            </a:r>
            <a:r>
              <a:rPr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외부 </a:t>
            </a:r>
            <a:r>
              <a:rPr lang="en-US" altLang="ko-KR" sz="10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rsyslog</a:t>
            </a:r>
            <a:r>
              <a:rPr lang="en-US" altLang="ko-KR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서버 전달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BF0BF6C-82E6-9915-530B-846040B89746}"/>
              </a:ext>
            </a:extLst>
          </p:cNvPr>
          <p:cNvSpPr txBox="1"/>
          <p:nvPr/>
        </p:nvSpPr>
        <p:spPr>
          <a:xfrm>
            <a:off x="323849" y="3804161"/>
            <a:ext cx="4755192" cy="182877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>
              <a:spcBef>
                <a:spcPts val="225"/>
              </a:spcBef>
              <a:spcAft>
                <a:spcPts val="225"/>
              </a:spcAft>
            </a:pPr>
            <a:r>
              <a:rPr lang="en-US" altLang="ko-KR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</a:t>
            </a:r>
            <a:r>
              <a:rPr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ClusterLogForwarder</a:t>
            </a:r>
            <a:r>
              <a:rPr lang="en-US" altLang="ko-KR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→ </a:t>
            </a:r>
            <a:r>
              <a:rPr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외부 통합 로깅 시스템 연동 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8BFAB454-0444-3A2F-DCF5-12DC1A6CF064}"/>
              </a:ext>
            </a:extLst>
          </p:cNvPr>
          <p:cNvSpPr/>
          <p:nvPr/>
        </p:nvSpPr>
        <p:spPr>
          <a:xfrm>
            <a:off x="6161500" y="3955328"/>
            <a:ext cx="878446" cy="205295"/>
          </a:xfrm>
          <a:prstGeom prst="rect">
            <a:avLst/>
          </a:prstGeom>
          <a:noFill/>
          <a:ln w="9525">
            <a:solidFill>
              <a:srgbClr val="2646A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81D6AF33-50FE-91BB-61A4-EED75243464D}"/>
              </a:ext>
            </a:extLst>
          </p:cNvPr>
          <p:cNvSpPr/>
          <p:nvPr/>
        </p:nvSpPr>
        <p:spPr>
          <a:xfrm>
            <a:off x="6161500" y="3480564"/>
            <a:ext cx="878446" cy="16154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altLang="ko-KR" sz="7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90D37663-3F67-2872-07E3-0095755F1B7F}"/>
              </a:ext>
            </a:extLst>
          </p:cNvPr>
          <p:cNvSpPr/>
          <p:nvPr/>
        </p:nvSpPr>
        <p:spPr>
          <a:xfrm>
            <a:off x="6161500" y="3717946"/>
            <a:ext cx="878446" cy="161540"/>
          </a:xfrm>
          <a:prstGeom prst="rect">
            <a:avLst/>
          </a:prstGeom>
          <a:solidFill>
            <a:schemeClr val="bg1"/>
          </a:solidFill>
          <a:ln w="9525">
            <a:solidFill>
              <a:srgbClr val="777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7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7FE5BBD-2EFB-D325-507D-949D04829947}"/>
              </a:ext>
            </a:extLst>
          </p:cNvPr>
          <p:cNvSpPr txBox="1"/>
          <p:nvPr/>
        </p:nvSpPr>
        <p:spPr>
          <a:xfrm>
            <a:off x="7109926" y="3507473"/>
            <a:ext cx="1184988" cy="1077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algn="l">
              <a:buNone/>
            </a:pPr>
            <a:r>
              <a:rPr lang="en-US" altLang="ko-KR" sz="7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Openshift</a:t>
            </a:r>
            <a:r>
              <a:rPr lang="en-US" altLang="ko-KR" sz="7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7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 배포된 솔루션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865F7B5-EAE3-862D-A943-2F0926C73962}"/>
              </a:ext>
            </a:extLst>
          </p:cNvPr>
          <p:cNvSpPr txBox="1"/>
          <p:nvPr/>
        </p:nvSpPr>
        <p:spPr>
          <a:xfrm>
            <a:off x="7109925" y="3744855"/>
            <a:ext cx="975049" cy="1077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algn="l">
              <a:buNone/>
            </a:pPr>
            <a:r>
              <a:rPr lang="ko-KR" altLang="en-US" sz="7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외부 로깅 솔루션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0FD94C6-2DF0-538A-EC12-131B8942480D}"/>
              </a:ext>
            </a:extLst>
          </p:cNvPr>
          <p:cNvSpPr txBox="1"/>
          <p:nvPr/>
        </p:nvSpPr>
        <p:spPr>
          <a:xfrm>
            <a:off x="7109924" y="4010414"/>
            <a:ext cx="975049" cy="1077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 algn="l">
              <a:buNone/>
            </a:pPr>
            <a:r>
              <a:rPr lang="ko-KR" altLang="en-US" sz="7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외부 로그 수집</a:t>
            </a:r>
            <a:r>
              <a:rPr lang="en-US" altLang="ko-KR" sz="7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7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시스템</a:t>
            </a:r>
          </a:p>
        </p:txBody>
      </p:sp>
    </p:spTree>
    <p:extLst>
      <p:ext uri="{BB962C8B-B14F-4D97-AF65-F5344CB8AC3E}">
        <p14:creationId xmlns:p14="http://schemas.microsoft.com/office/powerpoint/2010/main" val="556601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115DA-05B4-DD37-4ED6-B6099AA29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5C68168-9622-7794-BD86-168ED9775DD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858442" y="1192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7772400" imgH="10058400" progId="TCLayout.ActiveDocument.1">
                  <p:embed/>
                </p:oleObj>
              </mc:Choice>
              <mc:Fallback>
                <p:oleObj name="think-cell 슬라이드" r:id="rId4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C68168-9622-7794-BD86-168ED9775D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8442" y="1192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E44EDDD2-9C6D-684B-5052-2C64FB60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62750" y="4903296"/>
            <a:ext cx="2057400" cy="173831"/>
          </a:xfrm>
        </p:spPr>
        <p:txBody>
          <a:bodyPr/>
          <a:lstStyle/>
          <a:p>
            <a:fld id="{04A2A964-EE01-4185-80C2-49F17188BBA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0745069-3A4A-8F3D-5FD9-1AB82D80A9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sz="1200" dirty="0"/>
              <a:t>  애플리케이션 로그 조회 및 메타데이터 확인</a:t>
            </a:r>
            <a:r>
              <a:rPr lang="ko-KR" altLang="en-US" sz="1300" dirty="0"/>
              <a:t> 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BBE6A2A-DBC8-F08E-9C2E-FA32DDC9D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73" y="323691"/>
            <a:ext cx="8308731" cy="276999"/>
          </a:xfrm>
        </p:spPr>
        <p:txBody>
          <a:bodyPr vert="horz"/>
          <a:lstStyle/>
          <a:p>
            <a:r>
              <a:rPr lang="ko-KR" altLang="en-US" dirty="0">
                <a:latin typeface="+mj-ea"/>
              </a:rPr>
              <a:t>붙임</a:t>
            </a:r>
            <a:r>
              <a:rPr lang="en-US" altLang="ko-KR" dirty="0">
                <a:latin typeface="+mj-ea"/>
              </a:rPr>
              <a:t>.</a:t>
            </a:r>
            <a:r>
              <a:rPr lang="en-US" altLang="ko-KR" dirty="0" err="1">
                <a:latin typeface="+mj-ea"/>
              </a:rPr>
              <a:t>Openshift</a:t>
            </a:r>
            <a:r>
              <a:rPr lang="en-US" altLang="ko-KR" dirty="0">
                <a:latin typeface="+mj-ea"/>
              </a:rPr>
              <a:t> Logging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로그 조회 화면</a:t>
            </a:r>
            <a:endParaRPr lang="ko-KR" altLang="en-US" sz="1800" b="1" dirty="0">
              <a:latin typeface="+mj-ea"/>
              <a:ea typeface="+mj-ea"/>
              <a:cs typeface="Pretendard ExtraBold" panose="02000503000000020004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83629DA-C49E-FD04-7274-2EA1085EBD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45482B5-4EE8-2C34-8146-DAA196EFE455}"/>
              </a:ext>
            </a:extLst>
          </p:cNvPr>
          <p:cNvGrpSpPr/>
          <p:nvPr/>
        </p:nvGrpSpPr>
        <p:grpSpPr>
          <a:xfrm>
            <a:off x="323850" y="1224986"/>
            <a:ext cx="4747338" cy="206988"/>
            <a:chOff x="-1975555" y="2033819"/>
            <a:chExt cx="13207434" cy="275985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08EC04F9-6E2A-0B7A-D9CF-E31038DC60CD}"/>
                </a:ext>
              </a:extLst>
            </p:cNvPr>
            <p:cNvCxnSpPr>
              <a:cxnSpLocks/>
            </p:cNvCxnSpPr>
            <p:nvPr/>
          </p:nvCxnSpPr>
          <p:spPr>
            <a:xfrm>
              <a:off x="-1975555" y="2309804"/>
              <a:ext cx="11359337" cy="0"/>
            </a:xfrm>
            <a:prstGeom prst="line">
              <a:avLst/>
            </a:prstGeom>
            <a:ln w="952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688AA91-C502-EA7F-5746-EA5269FB2D6D}"/>
                </a:ext>
              </a:extLst>
            </p:cNvPr>
            <p:cNvSpPr txBox="1"/>
            <p:nvPr/>
          </p:nvSpPr>
          <p:spPr>
            <a:xfrm>
              <a:off x="-1960315" y="2033819"/>
              <a:ext cx="13192194" cy="243838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/>
            <a:p>
              <a:pPr>
                <a:spcBef>
                  <a:spcPts val="225"/>
                </a:spcBef>
                <a:spcAft>
                  <a:spcPts val="225"/>
                </a:spcAft>
              </a:pP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로그 선택 → 상세 필드</a:t>
              </a:r>
              <a:r>
                <a:rPr lang="en-US" altLang="ko-KR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(</a:t>
              </a: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네임스페이스</a:t>
              </a:r>
              <a:r>
                <a:rPr lang="en-US" altLang="ko-KR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/</a:t>
              </a:r>
              <a:r>
                <a:rPr lang="ko-KR" altLang="en-US" sz="1200" b="1" dirty="0" err="1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파드</a:t>
              </a:r>
              <a:r>
                <a:rPr lang="en-US" altLang="ko-KR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/</a:t>
              </a: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노드</a:t>
              </a:r>
              <a:r>
                <a:rPr lang="en-US" altLang="ko-KR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/</a:t>
              </a: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컨테이너</a:t>
              </a:r>
              <a:r>
                <a:rPr lang="en-US" altLang="ko-KR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/</a:t>
              </a: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라벨</a:t>
              </a:r>
              <a:r>
                <a:rPr lang="en-US" altLang="ko-KR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) </a:t>
              </a: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확인</a:t>
              </a: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3F8BB81C-C4A4-5D69-80C8-FD60C78CB5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" y="1545864"/>
            <a:ext cx="5522278" cy="2694899"/>
          </a:xfrm>
          <a:prstGeom prst="rect">
            <a:avLst/>
          </a:prstGeom>
          <a:ln>
            <a:solidFill>
              <a:srgbClr val="ADADAD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9D39DC84-6DED-A6EE-91C9-F93F451B58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9452" y="2516072"/>
            <a:ext cx="4485441" cy="2115342"/>
          </a:xfrm>
          <a:prstGeom prst="rect">
            <a:avLst/>
          </a:prstGeom>
          <a:ln>
            <a:solidFill>
              <a:srgbClr val="ADADAD"/>
            </a:solidFill>
          </a:ln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FDA7C604-7F2C-F8A1-A7E0-1846743ADD90}"/>
              </a:ext>
            </a:extLst>
          </p:cNvPr>
          <p:cNvSpPr/>
          <p:nvPr/>
        </p:nvSpPr>
        <p:spPr>
          <a:xfrm>
            <a:off x="376239" y="2601445"/>
            <a:ext cx="3503214" cy="99768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990A0CD4-4196-33F3-5612-2EE327CC8379}"/>
              </a:ext>
            </a:extLst>
          </p:cNvPr>
          <p:cNvCxnSpPr>
            <a:cxnSpLocks/>
            <a:stCxn id="24" idx="1"/>
          </p:cNvCxnSpPr>
          <p:nvPr/>
        </p:nvCxnSpPr>
        <p:spPr>
          <a:xfrm rot="10800000" flipH="1" flipV="1">
            <a:off x="376239" y="2651329"/>
            <a:ext cx="3503212" cy="1052924"/>
          </a:xfrm>
          <a:prstGeom prst="curvedConnector3">
            <a:avLst>
              <a:gd name="adj1" fmla="val -6525"/>
            </a:avLst>
          </a:prstGeom>
          <a:ln w="3175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161C5B5D-86B9-69B4-6D2E-9E57E4E6594A}"/>
              </a:ext>
            </a:extLst>
          </p:cNvPr>
          <p:cNvSpPr/>
          <p:nvPr/>
        </p:nvSpPr>
        <p:spPr>
          <a:xfrm>
            <a:off x="3904851" y="2601446"/>
            <a:ext cx="3016649" cy="2814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C736F6-0481-8587-14CA-AFD15E12FD47}"/>
              </a:ext>
            </a:extLst>
          </p:cNvPr>
          <p:cNvSpPr/>
          <p:nvPr/>
        </p:nvSpPr>
        <p:spPr>
          <a:xfrm>
            <a:off x="6086077" y="3110089"/>
            <a:ext cx="1746648" cy="1433336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647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69F31-21AA-1855-113C-AEE95DAF2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EE55071-274D-FC39-BE17-12CB2F5D6A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858442" y="1192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7772400" imgH="10058400" progId="TCLayout.ActiveDocument.1">
                  <p:embed/>
                </p:oleObj>
              </mc:Choice>
              <mc:Fallback>
                <p:oleObj name="think-cell 슬라이드" r:id="rId4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E55071-274D-FC39-BE17-12CB2F5D6A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8442" y="1192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A78BC41F-84CA-464D-9CB8-182BB6E0B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62750" y="4903296"/>
            <a:ext cx="2057400" cy="173831"/>
          </a:xfrm>
        </p:spPr>
        <p:txBody>
          <a:bodyPr/>
          <a:lstStyle/>
          <a:p>
            <a:fld id="{04A2A964-EE01-4185-80C2-49F17188BBA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5135FDA9-952F-05D5-F96D-7F5F6E584D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sz="1400" dirty="0"/>
              <a:t>  </a:t>
            </a:r>
            <a:r>
              <a:rPr lang="en-US" altLang="ko-KR" sz="1400" dirty="0"/>
              <a:t>Infra</a:t>
            </a:r>
            <a:r>
              <a:rPr lang="ko-KR" altLang="en-US" sz="1400" dirty="0"/>
              <a:t> 로그 조회 및 메타데이터 확인</a:t>
            </a:r>
            <a:endParaRPr lang="ko-KR" altLang="en-US" sz="13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18CF576-05BD-2A16-8318-AA34EDA71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73" y="323691"/>
            <a:ext cx="8308731" cy="276999"/>
          </a:xfrm>
        </p:spPr>
        <p:txBody>
          <a:bodyPr vert="horz"/>
          <a:lstStyle/>
          <a:p>
            <a:r>
              <a:rPr lang="ko-KR" altLang="en-US" dirty="0">
                <a:latin typeface="+mj-ea"/>
              </a:rPr>
              <a:t>붙임</a:t>
            </a:r>
            <a:r>
              <a:rPr lang="en-US" altLang="ko-KR" dirty="0">
                <a:latin typeface="+mj-ea"/>
              </a:rPr>
              <a:t>.</a:t>
            </a:r>
            <a:r>
              <a:rPr lang="en-US" altLang="ko-KR" dirty="0" err="1">
                <a:latin typeface="+mj-ea"/>
              </a:rPr>
              <a:t>Openshift</a:t>
            </a:r>
            <a:r>
              <a:rPr lang="en-US" altLang="ko-KR" dirty="0">
                <a:latin typeface="+mj-ea"/>
              </a:rPr>
              <a:t> Logging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로그 조회 화면</a:t>
            </a:r>
            <a:endParaRPr lang="ko-KR" altLang="en-US" sz="1800" b="1" dirty="0">
              <a:latin typeface="+mj-ea"/>
              <a:ea typeface="+mj-ea"/>
              <a:cs typeface="Pretendard ExtraBold" panose="02000503000000020004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D4DD95-CEE1-6F97-1D6D-577725DCFD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9CC4193-BFB9-5B13-1EBF-6A0468B8205F}"/>
              </a:ext>
            </a:extLst>
          </p:cNvPr>
          <p:cNvGrpSpPr/>
          <p:nvPr/>
        </p:nvGrpSpPr>
        <p:grpSpPr>
          <a:xfrm>
            <a:off x="323850" y="1224986"/>
            <a:ext cx="4413250" cy="206988"/>
            <a:chOff x="-1975555" y="2033819"/>
            <a:chExt cx="12277978" cy="275985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C7AB1E17-4CB6-009B-B6D3-B004FECC5020}"/>
                </a:ext>
              </a:extLst>
            </p:cNvPr>
            <p:cNvCxnSpPr>
              <a:cxnSpLocks/>
            </p:cNvCxnSpPr>
            <p:nvPr/>
          </p:nvCxnSpPr>
          <p:spPr>
            <a:xfrm>
              <a:off x="-1975555" y="2309804"/>
              <a:ext cx="11359338" cy="0"/>
            </a:xfrm>
            <a:prstGeom prst="line">
              <a:avLst/>
            </a:prstGeom>
            <a:ln w="952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FE1FE1A-E3C9-D2B6-317C-E070B7FA210C}"/>
                </a:ext>
              </a:extLst>
            </p:cNvPr>
            <p:cNvSpPr txBox="1"/>
            <p:nvPr/>
          </p:nvSpPr>
          <p:spPr>
            <a:xfrm>
              <a:off x="-1960315" y="2033819"/>
              <a:ext cx="12262738" cy="243838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/>
            <a:p>
              <a:pPr>
                <a:spcBef>
                  <a:spcPts val="225"/>
                </a:spcBef>
                <a:spcAft>
                  <a:spcPts val="225"/>
                </a:spcAft>
              </a:pP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로그 선택 → 상세 필드</a:t>
              </a:r>
              <a:r>
                <a:rPr lang="en-US" altLang="ko-KR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(</a:t>
              </a: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네임스페이스</a:t>
              </a:r>
              <a:r>
                <a:rPr lang="en-US" altLang="ko-KR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/</a:t>
              </a:r>
              <a:r>
                <a:rPr lang="ko-KR" altLang="en-US" sz="1200" b="1" dirty="0" err="1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파드</a:t>
              </a:r>
              <a:r>
                <a:rPr lang="en-US" altLang="ko-KR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/</a:t>
              </a: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노드</a:t>
              </a:r>
              <a:r>
                <a:rPr lang="en-US" altLang="ko-KR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/</a:t>
              </a: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컨테이너</a:t>
              </a:r>
              <a:r>
                <a:rPr lang="en-US" altLang="ko-KR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/</a:t>
              </a: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라벨</a:t>
              </a:r>
              <a:r>
                <a:rPr lang="en-US" altLang="ko-KR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) </a:t>
              </a: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확인</a:t>
              </a:r>
              <a:r>
                <a:rPr lang="ko-KR" altLang="en-US" sz="1200" b="1" dirty="0">
                  <a:latin typeface="Pretendard ExtraBold" panose="02000503000000020004" pitchFamily="2" charset="-127"/>
                  <a:ea typeface="Pretendard ExtraBold" panose="02000503000000020004" pitchFamily="2" charset="-127"/>
                  <a:cs typeface="Pretendard ExtraBold" panose="02000503000000020004" pitchFamily="2" charset="-127"/>
                </a:rPr>
                <a:t>　</a:t>
              </a:r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14EBCFD8-6799-A650-20DD-667CBCF48B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" y="1582230"/>
            <a:ext cx="4696253" cy="2336282"/>
          </a:xfrm>
          <a:prstGeom prst="rect">
            <a:avLst/>
          </a:prstGeom>
          <a:ln>
            <a:solidFill>
              <a:srgbClr val="ADADAD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F46DE0E-FBAB-9DFE-9C40-1051AE4E5A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5024" y="2635740"/>
            <a:ext cx="5389858" cy="2131523"/>
          </a:xfrm>
          <a:prstGeom prst="rect">
            <a:avLst/>
          </a:prstGeom>
          <a:ln>
            <a:solidFill>
              <a:srgbClr val="ADADAD"/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EA242A4D-5D3F-7681-C64A-31F5400A69D3}"/>
              </a:ext>
            </a:extLst>
          </p:cNvPr>
          <p:cNvSpPr/>
          <p:nvPr/>
        </p:nvSpPr>
        <p:spPr>
          <a:xfrm>
            <a:off x="323850" y="2446360"/>
            <a:ext cx="3907583" cy="11129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p:cxnSp>
        <p:nvCxnSpPr>
          <p:cNvPr id="16" name="연결선: 구부러짐 15">
            <a:extLst>
              <a:ext uri="{FF2B5EF4-FFF2-40B4-BE49-F238E27FC236}">
                <a16:creationId xmlns:a16="http://schemas.microsoft.com/office/drawing/2014/main" id="{BEFE744D-C96C-DE15-A265-5458AC95BD13}"/>
              </a:ext>
            </a:extLst>
          </p:cNvPr>
          <p:cNvCxnSpPr>
            <a:cxnSpLocks/>
            <a:stCxn id="15" idx="2"/>
            <a:endCxn id="17" idx="1"/>
          </p:cNvCxnSpPr>
          <p:nvPr/>
        </p:nvCxnSpPr>
        <p:spPr>
          <a:xfrm rot="16200000" flipH="1">
            <a:off x="2239410" y="2595887"/>
            <a:ext cx="1143847" cy="1067382"/>
          </a:xfrm>
          <a:prstGeom prst="curvedConnector2">
            <a:avLst/>
          </a:prstGeom>
          <a:ln w="3175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3BD52A9-7A3E-EB9E-4B81-ECD081AFD0E6}"/>
              </a:ext>
            </a:extLst>
          </p:cNvPr>
          <p:cNvSpPr/>
          <p:nvPr/>
        </p:nvSpPr>
        <p:spPr>
          <a:xfrm>
            <a:off x="3345024" y="2759791"/>
            <a:ext cx="4903625" cy="48347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23500E-7E20-29C5-9196-1111925CC582}"/>
              </a:ext>
            </a:extLst>
          </p:cNvPr>
          <p:cNvSpPr/>
          <p:nvPr/>
        </p:nvSpPr>
        <p:spPr>
          <a:xfrm>
            <a:off x="3345025" y="3339151"/>
            <a:ext cx="2617626" cy="142811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D5C19D0-4B57-2EB2-59EB-F3580C86BC51}"/>
              </a:ext>
            </a:extLst>
          </p:cNvPr>
          <p:cNvSpPr/>
          <p:nvPr/>
        </p:nvSpPr>
        <p:spPr>
          <a:xfrm>
            <a:off x="411583" y="1767075"/>
            <a:ext cx="4555705" cy="410426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049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73115-DE90-DBD2-C41D-EE6800AB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8E85576-B303-B426-9E86-2F5683E569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858442" y="1192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7772400" imgH="10058400" progId="TCLayout.ActiveDocument.1">
                  <p:embed/>
                </p:oleObj>
              </mc:Choice>
              <mc:Fallback>
                <p:oleObj name="think-cell 슬라이드" r:id="rId4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E85576-B303-B426-9E86-2F5683E569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8442" y="1192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FD31FE45-2344-783F-ACAA-946DC2256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62750" y="4903296"/>
            <a:ext cx="2057400" cy="173831"/>
          </a:xfrm>
        </p:spPr>
        <p:txBody>
          <a:bodyPr/>
          <a:lstStyle/>
          <a:p>
            <a:fld id="{04A2A964-EE01-4185-80C2-49F17188BBA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7BF360A-B40B-5ED1-4625-5727E2CDD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sz="1300" dirty="0"/>
              <a:t>  audit</a:t>
            </a:r>
            <a:r>
              <a:rPr lang="ko-KR" altLang="en-US" sz="1300" dirty="0"/>
              <a:t> 로그 조회 및 메타데이터 확인 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F4C3EBF-5E0B-451F-21FC-B078AFD74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73" y="323691"/>
            <a:ext cx="8308731" cy="276999"/>
          </a:xfrm>
        </p:spPr>
        <p:txBody>
          <a:bodyPr vert="horz"/>
          <a:lstStyle/>
          <a:p>
            <a:r>
              <a:rPr lang="ko-KR" altLang="en-US" dirty="0">
                <a:latin typeface="+mj-ea"/>
              </a:rPr>
              <a:t>붙임</a:t>
            </a:r>
            <a:r>
              <a:rPr lang="en-US" altLang="ko-KR" dirty="0">
                <a:latin typeface="+mj-ea"/>
              </a:rPr>
              <a:t>.</a:t>
            </a:r>
            <a:r>
              <a:rPr lang="en-US" altLang="ko-KR" dirty="0" err="1">
                <a:latin typeface="+mj-ea"/>
              </a:rPr>
              <a:t>Openshift</a:t>
            </a:r>
            <a:r>
              <a:rPr lang="en-US" altLang="ko-KR" dirty="0">
                <a:latin typeface="+mj-ea"/>
              </a:rPr>
              <a:t> Logging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로그 조회 화면</a:t>
            </a:r>
            <a:endParaRPr lang="ko-KR" altLang="en-US" sz="1800" b="1" dirty="0">
              <a:latin typeface="+mj-ea"/>
              <a:ea typeface="+mj-ea"/>
              <a:cs typeface="Pretendard ExtraBold" panose="02000503000000020004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C0F30E-D5B0-2CE7-7A13-D8610D02BC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FC5FC26-22CD-297A-2AA9-430ED1E268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" y="1764000"/>
            <a:ext cx="4048666" cy="2043419"/>
          </a:xfrm>
          <a:prstGeom prst="rect">
            <a:avLst/>
          </a:prstGeom>
          <a:ln>
            <a:solidFill>
              <a:srgbClr val="ADADAD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9BABF99F-C64C-1F97-F3AA-1333D1440BC7}"/>
              </a:ext>
            </a:extLst>
          </p:cNvPr>
          <p:cNvSpPr/>
          <p:nvPr/>
        </p:nvSpPr>
        <p:spPr>
          <a:xfrm>
            <a:off x="360264" y="2530233"/>
            <a:ext cx="4010219" cy="4418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5EEA2691-E3CA-EA5D-F5BC-6B305935481F}"/>
              </a:ext>
            </a:extLst>
          </p:cNvPr>
          <p:cNvCxnSpPr>
            <a:cxnSpLocks/>
            <a:stCxn id="14" idx="2"/>
            <a:endCxn id="13" idx="1"/>
          </p:cNvCxnSpPr>
          <p:nvPr/>
        </p:nvCxnSpPr>
        <p:spPr>
          <a:xfrm rot="16200000" flipH="1">
            <a:off x="2666912" y="2670504"/>
            <a:ext cx="693815" cy="1296891"/>
          </a:xfrm>
          <a:prstGeom prst="curvedConnector2">
            <a:avLst/>
          </a:prstGeom>
          <a:ln w="3175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7B549C4D-7C42-B5E4-0B60-A859C59601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2265" y="2571750"/>
            <a:ext cx="5061857" cy="2188215"/>
          </a:xfrm>
          <a:prstGeom prst="rect">
            <a:avLst/>
          </a:prstGeom>
          <a:ln>
            <a:solidFill>
              <a:srgbClr val="ADADAD"/>
            </a:solidFill>
          </a:ln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76535815-F342-9532-A72B-6F43136C8864}"/>
              </a:ext>
            </a:extLst>
          </p:cNvPr>
          <p:cNvGrpSpPr/>
          <p:nvPr/>
        </p:nvGrpSpPr>
        <p:grpSpPr>
          <a:xfrm>
            <a:off x="323850" y="1224986"/>
            <a:ext cx="4413250" cy="206988"/>
            <a:chOff x="-1975555" y="2033819"/>
            <a:chExt cx="12277978" cy="275985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E50ED07-819F-D381-8395-AA2354E42C76}"/>
                </a:ext>
              </a:extLst>
            </p:cNvPr>
            <p:cNvCxnSpPr>
              <a:cxnSpLocks/>
            </p:cNvCxnSpPr>
            <p:nvPr/>
          </p:nvCxnSpPr>
          <p:spPr>
            <a:xfrm>
              <a:off x="-1975555" y="2309804"/>
              <a:ext cx="11359338" cy="0"/>
            </a:xfrm>
            <a:prstGeom prst="line">
              <a:avLst/>
            </a:prstGeom>
            <a:ln w="952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DC57C9-839B-F37C-943D-02C485FEFB25}"/>
                </a:ext>
              </a:extLst>
            </p:cNvPr>
            <p:cNvSpPr txBox="1"/>
            <p:nvPr/>
          </p:nvSpPr>
          <p:spPr>
            <a:xfrm>
              <a:off x="-1960315" y="2033819"/>
              <a:ext cx="12262738" cy="243838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/>
            <a:p>
              <a:pPr>
                <a:spcBef>
                  <a:spcPts val="225"/>
                </a:spcBef>
                <a:spcAft>
                  <a:spcPts val="225"/>
                </a:spcAft>
              </a:pP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로그 선택 → 상세 필드</a:t>
              </a:r>
              <a:r>
                <a:rPr lang="en-US" altLang="ko-KR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(</a:t>
              </a: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네임스페이스</a:t>
              </a:r>
              <a:r>
                <a:rPr lang="en-US" altLang="ko-KR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/</a:t>
              </a:r>
              <a:r>
                <a:rPr lang="ko-KR" altLang="en-US" sz="1200" b="1" dirty="0" err="1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파드</a:t>
              </a:r>
              <a:r>
                <a:rPr lang="en-US" altLang="ko-KR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/</a:t>
              </a: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노드</a:t>
              </a:r>
              <a:r>
                <a:rPr lang="en-US" altLang="ko-KR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/</a:t>
              </a: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컨테이너</a:t>
              </a:r>
              <a:r>
                <a:rPr lang="en-US" altLang="ko-KR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/</a:t>
              </a: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라벨</a:t>
              </a:r>
              <a:r>
                <a:rPr lang="en-US" altLang="ko-KR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) </a:t>
              </a: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확인</a:t>
              </a:r>
              <a:r>
                <a:rPr lang="ko-KR" altLang="en-US" sz="1200" b="1" dirty="0">
                  <a:latin typeface="Pretendard ExtraBold" panose="02000503000000020004" pitchFamily="2" charset="-127"/>
                  <a:ea typeface="Pretendard ExtraBold" panose="02000503000000020004" pitchFamily="2" charset="-127"/>
                  <a:cs typeface="Pretendard ExtraBold" panose="02000503000000020004" pitchFamily="2" charset="-127"/>
                </a:rPr>
                <a:t>　</a:t>
              </a: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E5B04A-C000-D143-D340-A90336F43CED}"/>
              </a:ext>
            </a:extLst>
          </p:cNvPr>
          <p:cNvSpPr/>
          <p:nvPr/>
        </p:nvSpPr>
        <p:spPr>
          <a:xfrm>
            <a:off x="3662264" y="3163454"/>
            <a:ext cx="3491011" cy="45361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FF23F3-6A30-01DD-567E-EF941D0C28F1}"/>
              </a:ext>
            </a:extLst>
          </p:cNvPr>
          <p:cNvSpPr/>
          <p:nvPr/>
        </p:nvSpPr>
        <p:spPr>
          <a:xfrm>
            <a:off x="6181725" y="4235308"/>
            <a:ext cx="1876425" cy="12714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FE397F-93F8-2AA5-41AE-C64A67C874BF}"/>
              </a:ext>
            </a:extLst>
          </p:cNvPr>
          <p:cNvSpPr/>
          <p:nvPr/>
        </p:nvSpPr>
        <p:spPr>
          <a:xfrm>
            <a:off x="3700463" y="4171736"/>
            <a:ext cx="1036637" cy="53361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81DE31-FDAD-44DB-5861-3EB337B2D786}"/>
              </a:ext>
            </a:extLst>
          </p:cNvPr>
          <p:cNvSpPr txBox="1"/>
          <p:nvPr/>
        </p:nvSpPr>
        <p:spPr>
          <a:xfrm>
            <a:off x="323849" y="1497879"/>
            <a:ext cx="4083051" cy="182877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>
              <a:spcBef>
                <a:spcPts val="225"/>
              </a:spcBef>
              <a:spcAft>
                <a:spcPts val="225"/>
              </a:spcAft>
            </a:pPr>
            <a:r>
              <a:rPr lang="en-US" altLang="ko-KR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</a:t>
            </a:r>
            <a:r>
              <a:rPr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audit</a:t>
            </a:r>
            <a:r>
              <a:rPr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로그 화면 </a:t>
            </a:r>
          </a:p>
        </p:txBody>
      </p:sp>
    </p:spTree>
    <p:extLst>
      <p:ext uri="{BB962C8B-B14F-4D97-AF65-F5344CB8AC3E}">
        <p14:creationId xmlns:p14="http://schemas.microsoft.com/office/powerpoint/2010/main" val="1612571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34FB4-A306-B744-0D5E-92C90A7F0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C80C6E1-D835-2877-23D2-C314ACE8898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858442" y="1192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7772400" imgH="10058400" progId="TCLayout.ActiveDocument.1">
                  <p:embed/>
                </p:oleObj>
              </mc:Choice>
              <mc:Fallback>
                <p:oleObj name="think-cell 슬라이드" r:id="rId4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80C6E1-D835-2877-23D2-C314ACE889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8442" y="1192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CD61B015-5463-BA50-DB50-00FCDF2F2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62750" y="4903296"/>
            <a:ext cx="2057400" cy="173831"/>
          </a:xfrm>
        </p:spPr>
        <p:txBody>
          <a:bodyPr/>
          <a:lstStyle/>
          <a:p>
            <a:fld id="{04A2A964-EE01-4185-80C2-49F17188BBA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CE7B45F0-9EC2-919E-AE27-8C09048E81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sz="1300" dirty="0"/>
              <a:t>  필터를 적용하여 원하는 로그 조회 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D3715E1-4F59-3BB1-101B-E4E57D841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73" y="323691"/>
            <a:ext cx="8308731" cy="276999"/>
          </a:xfrm>
        </p:spPr>
        <p:txBody>
          <a:bodyPr vert="horz"/>
          <a:lstStyle/>
          <a:p>
            <a:r>
              <a:rPr lang="ko-KR" altLang="en-US" dirty="0">
                <a:latin typeface="+mj-ea"/>
              </a:rPr>
              <a:t>붙임</a:t>
            </a:r>
            <a:r>
              <a:rPr lang="en-US" altLang="ko-KR" dirty="0">
                <a:latin typeface="+mj-ea"/>
              </a:rPr>
              <a:t>.</a:t>
            </a:r>
            <a:r>
              <a:rPr lang="en-US" altLang="ko-KR" dirty="0" err="1">
                <a:latin typeface="+mj-ea"/>
              </a:rPr>
              <a:t>Openshift</a:t>
            </a:r>
            <a:r>
              <a:rPr lang="en-US" altLang="ko-KR" dirty="0">
                <a:latin typeface="+mj-ea"/>
              </a:rPr>
              <a:t> Logging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로그 조회 화면</a:t>
            </a:r>
            <a:endParaRPr lang="ko-KR" altLang="en-US" sz="1800" b="1" dirty="0">
              <a:latin typeface="+mj-ea"/>
              <a:ea typeface="+mj-ea"/>
              <a:cs typeface="Pretendard ExtraBold" panose="02000503000000020004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489347-DAAA-01DC-69D4-ED771B4F70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23AB7E6-722B-5ED5-0A58-4C2136541BAC}"/>
              </a:ext>
            </a:extLst>
          </p:cNvPr>
          <p:cNvGrpSpPr/>
          <p:nvPr/>
        </p:nvGrpSpPr>
        <p:grpSpPr>
          <a:xfrm>
            <a:off x="323850" y="1224986"/>
            <a:ext cx="3240882" cy="206988"/>
            <a:chOff x="-1975555" y="2033819"/>
            <a:chExt cx="9016366" cy="275985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6CDB149-83F0-29BD-EC50-141B2CF4051E}"/>
                </a:ext>
              </a:extLst>
            </p:cNvPr>
            <p:cNvCxnSpPr>
              <a:cxnSpLocks/>
            </p:cNvCxnSpPr>
            <p:nvPr/>
          </p:nvCxnSpPr>
          <p:spPr>
            <a:xfrm>
              <a:off x="-1975555" y="2309804"/>
              <a:ext cx="8294260" cy="0"/>
            </a:xfrm>
            <a:prstGeom prst="line">
              <a:avLst/>
            </a:prstGeom>
            <a:ln w="952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BD876EF-5E68-88D0-9A4A-543560A47625}"/>
                </a:ext>
              </a:extLst>
            </p:cNvPr>
            <p:cNvSpPr txBox="1"/>
            <p:nvPr/>
          </p:nvSpPr>
          <p:spPr>
            <a:xfrm>
              <a:off x="-1960315" y="2033819"/>
              <a:ext cx="9001126" cy="243838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/>
            <a:p>
              <a:pPr>
                <a:spcBef>
                  <a:spcPts val="225"/>
                </a:spcBef>
                <a:spcAft>
                  <a:spcPts val="225"/>
                </a:spcAft>
              </a:pPr>
              <a:r>
                <a:rPr lang="en-US" altLang="ko-KR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Namespace, Severity </a:t>
              </a:r>
              <a:r>
                <a:rPr lang="ko-KR" altLang="en-US" sz="1200" b="1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조건으로 로그 필터링</a:t>
              </a:r>
              <a:r>
                <a:rPr lang="ko-KR" altLang="en-US" sz="1200" b="1" dirty="0">
                  <a:latin typeface="Pretendard ExtraBold" panose="02000503000000020004" pitchFamily="2" charset="-127"/>
                  <a:ea typeface="Pretendard ExtraBold" panose="02000503000000020004" pitchFamily="2" charset="-127"/>
                  <a:cs typeface="Pretendard ExtraBold" panose="02000503000000020004" pitchFamily="2" charset="-127"/>
                </a:rPr>
                <a:t>　</a:t>
              </a: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363DBD1F-9E69-659E-5E60-29994CA67C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" y="1764000"/>
            <a:ext cx="4067026" cy="1414275"/>
          </a:xfrm>
          <a:prstGeom prst="rect">
            <a:avLst/>
          </a:prstGeom>
          <a:ln>
            <a:solidFill>
              <a:srgbClr val="ADADAD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23C8263-15A5-E381-EDE7-5CFEB38B4F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1764000"/>
            <a:ext cx="4237127" cy="874284"/>
          </a:xfrm>
          <a:prstGeom prst="rect">
            <a:avLst/>
          </a:prstGeom>
          <a:ln>
            <a:solidFill>
              <a:srgbClr val="ADADAD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ECA8699-2CCE-3D9B-F15D-E33C211080BD}"/>
              </a:ext>
            </a:extLst>
          </p:cNvPr>
          <p:cNvSpPr/>
          <p:nvPr/>
        </p:nvSpPr>
        <p:spPr>
          <a:xfrm>
            <a:off x="4607442" y="2024219"/>
            <a:ext cx="1345683" cy="16005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BB3670-DE17-A732-2400-FA780FC0D86D}"/>
              </a:ext>
            </a:extLst>
          </p:cNvPr>
          <p:cNvSpPr txBox="1"/>
          <p:nvPr/>
        </p:nvSpPr>
        <p:spPr>
          <a:xfrm>
            <a:off x="323849" y="1497879"/>
            <a:ext cx="4083051" cy="182877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>
              <a:spcBef>
                <a:spcPts val="225"/>
              </a:spcBef>
              <a:spcAft>
                <a:spcPts val="225"/>
              </a:spcAft>
            </a:pPr>
            <a:r>
              <a:rPr lang="en-US" altLang="ko-KR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</a:t>
            </a:r>
            <a:r>
              <a:rPr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필터링 전 전체 로그 화면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F6BC5-875A-CC46-239D-24A7CD28A3B1}"/>
              </a:ext>
            </a:extLst>
          </p:cNvPr>
          <p:cNvSpPr txBox="1"/>
          <p:nvPr/>
        </p:nvSpPr>
        <p:spPr>
          <a:xfrm>
            <a:off x="4607442" y="1497600"/>
            <a:ext cx="4030662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5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Namespace, Severity </a:t>
            </a:r>
            <a:r>
              <a:rPr lang="ko-KR" altLang="en-US" sz="105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조건으로 로그 필터링 결과</a:t>
            </a:r>
          </a:p>
        </p:txBody>
      </p:sp>
    </p:spTree>
    <p:extLst>
      <p:ext uri="{BB962C8B-B14F-4D97-AF65-F5344CB8AC3E}">
        <p14:creationId xmlns:p14="http://schemas.microsoft.com/office/powerpoint/2010/main" val="15141520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673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1_think-cell 2024">
  <a:themeElements>
    <a:clrScheme name="2025(3)">
      <a:dk1>
        <a:srgbClr val="222222"/>
      </a:dk1>
      <a:lt1>
        <a:srgbClr val="FFFFFF"/>
      </a:lt1>
      <a:dk2>
        <a:srgbClr val="121212"/>
      </a:dk2>
      <a:lt2>
        <a:srgbClr val="EBEBEB"/>
      </a:lt2>
      <a:accent1>
        <a:srgbClr val="14307F"/>
      </a:accent1>
      <a:accent2>
        <a:srgbClr val="4C6686"/>
      </a:accent2>
      <a:accent3>
        <a:srgbClr val="008682"/>
      </a:accent3>
      <a:accent4>
        <a:srgbClr val="BD2439"/>
      </a:accent4>
      <a:accent5>
        <a:srgbClr val="1B2C59"/>
      </a:accent5>
      <a:accent6>
        <a:srgbClr val="9EB2CA"/>
      </a:accent6>
      <a:hlink>
        <a:srgbClr val="204597"/>
      </a:hlink>
      <a:folHlink>
        <a:srgbClr val="4D4590"/>
      </a:folHlink>
    </a:clrScheme>
    <a:fontScheme name="think-cel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rgbClr val="777777"/>
          </a:solidFill>
        </a:ln>
      </a:spPr>
      <a:bodyPr lIns="36000" tIns="36000" rIns="36000" bIns="36000" rtlCol="0" anchor="ctr"/>
      <a:lstStyle>
        <a:defPPr algn="ctr"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rgbClr val="77777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marL="0" indent="0" algn="l">
          <a:buNone/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24-08-23 think-cell Templates_16-9_BF_AW.pptx" id="{F6AA3212-2806-4173-AD84-6A7D3D623245}" vid="{0BD719F8-F13C-4A0C-AB3C-8F96DA1E5F9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cff2df6-ca2d-495b-b220-74cefe67c75a" xsi:nil="true"/>
    <lcf76f155ced4ddcb4097134ff3c332f xmlns="fe1b61cd-c464-4ce3-8466-ca4e4197b81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1003984D03FBE448C9806DEC42D1FA2" ma:contentTypeVersion="14" ma:contentTypeDescription="새 문서를 만듭니다." ma:contentTypeScope="" ma:versionID="db6742800b22b421c0ce007f11df268b">
  <xsd:schema xmlns:xsd="http://www.w3.org/2001/XMLSchema" xmlns:xs="http://www.w3.org/2001/XMLSchema" xmlns:p="http://schemas.microsoft.com/office/2006/metadata/properties" xmlns:ns2="fe1b61cd-c464-4ce3-8466-ca4e4197b811" xmlns:ns3="3cff2df6-ca2d-495b-b220-74cefe67c75a" targetNamespace="http://schemas.microsoft.com/office/2006/metadata/properties" ma:root="true" ma:fieldsID="6ee22b7fc54f630493643c8f7717885c" ns2:_="" ns3:_="">
    <xsd:import namespace="fe1b61cd-c464-4ce3-8466-ca4e4197b811"/>
    <xsd:import namespace="3cff2df6-ca2d-495b-b220-74cefe67c7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1b61cd-c464-4ce3-8466-ca4e4197b8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4835697e-aec6-44bb-8538-cb618dd564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ff2df6-ca2d-495b-b220-74cefe67c7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e98f6e5-7035-400b-baf4-e3fe49b1d9a7}" ma:internalName="TaxCatchAll" ma:showField="CatchAllData" ma:web="3cff2df6-ca2d-495b-b220-74cefe67c7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7A34B8-F6F4-41D3-8E1A-37B6EC9CC5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14FFC5-620C-4C79-8207-13107C3F2555}">
  <ds:schemaRefs>
    <ds:schemaRef ds:uri="http://schemas.microsoft.com/office/2006/metadata/properties"/>
    <ds:schemaRef ds:uri="http://schemas.microsoft.com/office/infopath/2007/PartnerControls"/>
    <ds:schemaRef ds:uri="9b4e299e-5c0f-4954-879f-8a4478a9e44e"/>
    <ds:schemaRef ds:uri="8122b9a0-5a94-4b5c-9639-44e67dd5a6b9"/>
    <ds:schemaRef ds:uri="82afe6ac-d82e-40c8-90d5-d14eb41706db"/>
    <ds:schemaRef ds:uri="3f5dc650-72d3-49b8-9aa0-e37fa36215f8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8744F3BD-035B-4FAF-B248-A4613EF16227}"/>
</file>

<file path=docMetadata/LabelInfo.xml><?xml version="1.0" encoding="utf-8"?>
<clbl:labelList xmlns:clbl="http://schemas.microsoft.com/office/2020/mipLabelMetadata">
  <clbl:label id="{9e00aa79-8db6-4d36-a892-747eec99934d}" enabled="0" method="" siteId="{9e00aa79-8db6-4d36-a892-747eec99934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29964</TotalTime>
  <Words>1100</Words>
  <Application>Microsoft Office PowerPoint</Application>
  <PresentationFormat>화면 슬라이드 쇼(16:9)</PresentationFormat>
  <Paragraphs>185</Paragraphs>
  <Slides>10</Slides>
  <Notes>9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Pretendard SemiBold</vt:lpstr>
      <vt:lpstr>Pretendard ExtraBold</vt:lpstr>
      <vt:lpstr>Pretendard</vt:lpstr>
      <vt:lpstr>Pretendard Medium</vt:lpstr>
      <vt:lpstr>Pretendard Light</vt:lpstr>
      <vt:lpstr>Arial</vt:lpstr>
      <vt:lpstr>21_think-cell 2024</vt:lpstr>
      <vt:lpstr>think-cell 슬라이드</vt:lpstr>
      <vt:lpstr>PowerPoint 프레젠테이션</vt:lpstr>
      <vt:lpstr>Openshift Logging</vt:lpstr>
      <vt:lpstr>Openshift Logging</vt:lpstr>
      <vt:lpstr>Openshift Logging</vt:lpstr>
      <vt:lpstr>Openshift Logging</vt:lpstr>
      <vt:lpstr>붙임.Openshift Logging ► 외부 연동 사례</vt:lpstr>
      <vt:lpstr>붙임.Openshift Logging ► 로그 조회 화면</vt:lpstr>
      <vt:lpstr>붙임.Openshift Logging ► 로그 조회 화면</vt:lpstr>
      <vt:lpstr>붙임.Openshift Logging ► 로그 조회 화면</vt:lpstr>
      <vt:lpstr>붙임.Openshift Logging ► 로그 조회 화면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yun jiseon</dc:creator>
  <cp:lastModifiedBy>장용석</cp:lastModifiedBy>
  <cp:revision>1601</cp:revision>
  <cp:lastPrinted>2021-12-17T08:10:44Z</cp:lastPrinted>
  <dcterms:created xsi:type="dcterms:W3CDTF">2021-11-29T02:00:13Z</dcterms:created>
  <dcterms:modified xsi:type="dcterms:W3CDTF">2026-03-27T01:42:40Z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0x01010001003984D03FBE448C9806DEC42D1FA2</vt:lpwstr>
  </property>
  <property fmtid="{D5CDD505-2E9C-101B-9397-08002B2CF9AE}" pid="3" name="MediaServiceImageTags">
    <vt:lpwstr/>
  </property>
</Properties>
</file>